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8"/>
  </p:notesMasterIdLst>
  <p:sldIdLst>
    <p:sldId id="256" r:id="rId2"/>
    <p:sldId id="259" r:id="rId3"/>
    <p:sldId id="261" r:id="rId4"/>
    <p:sldId id="266" r:id="rId5"/>
    <p:sldId id="262" r:id="rId6"/>
    <p:sldId id="297" r:id="rId7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9"/>
    </p:embeddedFont>
    <p:embeddedFont>
      <p:font typeface="Lexend Deca" pitchFamily="2" charset="77"/>
      <p:regular r:id="rId10"/>
      <p:bold r:id="rId11"/>
      <p:italic r:id="rId12"/>
      <p:boldItalic r:id="rId13"/>
    </p:embeddedFont>
    <p:embeddedFont>
      <p:font typeface="Nunito Light" pitchFamily="2" charset="77"/>
      <p:regular r:id="rId14"/>
      <p: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84762D-7008-49C2-A6A1-660C05068C13}">
  <a:tblStyle styleId="{7884762D-7008-49C2-A6A1-660C05068C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7BA4914-691E-46F5-B196-0F62EF83823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54"/>
    <p:restoredTop sz="94658"/>
  </p:normalViewPr>
  <p:slideViewPr>
    <p:cSldViewPr snapToGrid="0">
      <p:cViewPr varScale="1">
        <p:scale>
          <a:sx n="160" d="100"/>
          <a:sy n="160" d="100"/>
        </p:scale>
        <p:origin x="1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e35575d3bf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1e35575d3bf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e35575d3bf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1e35575d3bf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FD34D5D6-49BD-F4B9-4830-F1FE06016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e35575d3bf_0_163:notes">
            <a:extLst>
              <a:ext uri="{FF2B5EF4-FFF2-40B4-BE49-F238E27FC236}">
                <a16:creationId xmlns:a16="http://schemas.microsoft.com/office/drawing/2014/main" id="{CCEB533F-ACF9-CB46-967C-CE9D949A0B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1e35575d3bf_0_163:notes">
            <a:extLst>
              <a:ext uri="{FF2B5EF4-FFF2-40B4-BE49-F238E27FC236}">
                <a16:creationId xmlns:a16="http://schemas.microsoft.com/office/drawing/2014/main" id="{833CB6D1-EDCD-E518-B03D-A23F3E2C42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0681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854400" y="1080400"/>
            <a:ext cx="4518900" cy="22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854400" y="3426750"/>
            <a:ext cx="4518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645275" y="553225"/>
            <a:ext cx="2623800" cy="4050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H"/>
          </a:p>
        </p:txBody>
      </p:sp>
      <p:grpSp>
        <p:nvGrpSpPr>
          <p:cNvPr id="12" name="Google Shape;12;p2"/>
          <p:cNvGrpSpPr/>
          <p:nvPr/>
        </p:nvGrpSpPr>
        <p:grpSpPr>
          <a:xfrm>
            <a:off x="0" y="45"/>
            <a:ext cx="9143606" cy="5143555"/>
            <a:chOff x="0" y="45"/>
            <a:chExt cx="9129000" cy="5143555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0" y="381000"/>
              <a:ext cx="9129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0" y="4762500"/>
              <a:ext cx="9129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476238" y="45"/>
              <a:ext cx="0" cy="5138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 rot="10800000">
              <a:off x="8667757" y="5200"/>
              <a:ext cx="0" cy="5138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" name="Google Shape;17;p2"/>
          <p:cNvGrpSpPr/>
          <p:nvPr/>
        </p:nvGrpSpPr>
        <p:grpSpPr>
          <a:xfrm rot="-1315513">
            <a:off x="7457452" y="-211340"/>
            <a:ext cx="846023" cy="846294"/>
            <a:chOff x="2808525" y="2242475"/>
            <a:chExt cx="1215475" cy="1215475"/>
          </a:xfrm>
        </p:grpSpPr>
        <p:sp>
          <p:nvSpPr>
            <p:cNvPr id="18" name="Google Shape;18;p2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1190758">
            <a:off x="4709019" y="4631581"/>
            <a:ext cx="846018" cy="846287"/>
            <a:chOff x="2808525" y="2242475"/>
            <a:chExt cx="1215475" cy="1215475"/>
          </a:xfrm>
        </p:grpSpPr>
        <p:sp>
          <p:nvSpPr>
            <p:cNvPr id="22" name="Google Shape;22;p2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6080800" y="382800"/>
            <a:ext cx="0" cy="4391450"/>
            <a:chOff x="4465350" y="190500"/>
            <a:chExt cx="0" cy="4391450"/>
          </a:xfrm>
        </p:grpSpPr>
        <p:cxnSp>
          <p:nvCxnSpPr>
            <p:cNvPr id="26" name="Google Shape;26;p2"/>
            <p:cNvCxnSpPr/>
            <p:nvPr/>
          </p:nvCxnSpPr>
          <p:spPr>
            <a:xfrm rot="10800000">
              <a:off x="4465350" y="432665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 rot="10800000">
              <a:off x="4465350" y="1905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4847837" y="2650346"/>
            <a:ext cx="26562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1639962" y="2650346"/>
            <a:ext cx="26562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3"/>
          </p:nvPr>
        </p:nvSpPr>
        <p:spPr>
          <a:xfrm>
            <a:off x="1639962" y="2168100"/>
            <a:ext cx="2656200" cy="46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subTitle" idx="4"/>
          </p:nvPr>
        </p:nvSpPr>
        <p:spPr>
          <a:xfrm>
            <a:off x="4847838" y="2168100"/>
            <a:ext cx="2656200" cy="46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5"/>
          <p:cNvGrpSpPr/>
          <p:nvPr/>
        </p:nvGrpSpPr>
        <p:grpSpPr>
          <a:xfrm>
            <a:off x="0" y="-4225"/>
            <a:ext cx="9144000" cy="5150725"/>
            <a:chOff x="0" y="-4225"/>
            <a:chExt cx="9144000" cy="5150725"/>
          </a:xfrm>
        </p:grpSpPr>
        <p:cxnSp>
          <p:nvCxnSpPr>
            <p:cNvPr id="76" name="Google Shape;76;p5"/>
            <p:cNvCxnSpPr/>
            <p:nvPr/>
          </p:nvCxnSpPr>
          <p:spPr>
            <a:xfrm>
              <a:off x="0" y="4572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" name="Google Shape;77;p5"/>
            <p:cNvCxnSpPr/>
            <p:nvPr/>
          </p:nvCxnSpPr>
          <p:spPr>
            <a:xfrm>
              <a:off x="0" y="46863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5"/>
            <p:cNvCxnSpPr/>
            <p:nvPr/>
          </p:nvCxnSpPr>
          <p:spPr>
            <a:xfrm rot="10800000">
              <a:off x="171450" y="0"/>
              <a:ext cx="0" cy="51465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5"/>
            <p:cNvCxnSpPr/>
            <p:nvPr/>
          </p:nvCxnSpPr>
          <p:spPr>
            <a:xfrm rot="10800000">
              <a:off x="8972550" y="-4225"/>
              <a:ext cx="0" cy="51465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" name="Google Shape;80;p5"/>
            <p:cNvCxnSpPr/>
            <p:nvPr/>
          </p:nvCxnSpPr>
          <p:spPr>
            <a:xfrm>
              <a:off x="171450" y="2571750"/>
              <a:ext cx="2571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5"/>
            <p:cNvCxnSpPr/>
            <p:nvPr/>
          </p:nvCxnSpPr>
          <p:spPr>
            <a:xfrm>
              <a:off x="8715450" y="2571750"/>
              <a:ext cx="2571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2" name="Google Shape;82;p5"/>
          <p:cNvGrpSpPr/>
          <p:nvPr/>
        </p:nvGrpSpPr>
        <p:grpSpPr>
          <a:xfrm rot="-1315513">
            <a:off x="5387877" y="-324815"/>
            <a:ext cx="846023" cy="846294"/>
            <a:chOff x="2808525" y="2242475"/>
            <a:chExt cx="1215475" cy="1215475"/>
          </a:xfrm>
        </p:grpSpPr>
        <p:sp>
          <p:nvSpPr>
            <p:cNvPr id="83" name="Google Shape;83;p5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" name="Google Shape;86;p5"/>
          <p:cNvGrpSpPr/>
          <p:nvPr/>
        </p:nvGrpSpPr>
        <p:grpSpPr>
          <a:xfrm rot="1190758">
            <a:off x="-196481" y="3564331"/>
            <a:ext cx="846018" cy="846287"/>
            <a:chOff x="2808525" y="2242475"/>
            <a:chExt cx="1215475" cy="1215475"/>
          </a:xfrm>
        </p:grpSpPr>
        <p:sp>
          <p:nvSpPr>
            <p:cNvPr id="87" name="Google Shape;87;p5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" name="Google Shape;90;p5"/>
          <p:cNvGrpSpPr/>
          <p:nvPr/>
        </p:nvGrpSpPr>
        <p:grpSpPr>
          <a:xfrm rot="1190758">
            <a:off x="7466219" y="4539281"/>
            <a:ext cx="846018" cy="846287"/>
            <a:chOff x="2808525" y="2242475"/>
            <a:chExt cx="1215475" cy="1215475"/>
          </a:xfrm>
        </p:grpSpPr>
        <p:sp>
          <p:nvSpPr>
            <p:cNvPr id="91" name="Google Shape;91;p5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964375" y="640275"/>
            <a:ext cx="3515400" cy="108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7"/>
          <p:cNvSpPr txBox="1">
            <a:spLocks noGrp="1"/>
          </p:cNvSpPr>
          <p:nvPr>
            <p:ph type="subTitle" idx="1"/>
          </p:nvPr>
        </p:nvSpPr>
        <p:spPr>
          <a:xfrm>
            <a:off x="964375" y="1866025"/>
            <a:ext cx="3515400" cy="25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7"/>
          <p:cNvSpPr>
            <a:spLocks noGrp="1"/>
          </p:cNvSpPr>
          <p:nvPr>
            <p:ph type="pic" idx="2"/>
          </p:nvPr>
        </p:nvSpPr>
        <p:spPr>
          <a:xfrm>
            <a:off x="5395575" y="557575"/>
            <a:ext cx="3097800" cy="4034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H"/>
          </a:p>
        </p:txBody>
      </p:sp>
      <p:grpSp>
        <p:nvGrpSpPr>
          <p:cNvPr id="120" name="Google Shape;120;p7"/>
          <p:cNvGrpSpPr/>
          <p:nvPr/>
        </p:nvGrpSpPr>
        <p:grpSpPr>
          <a:xfrm>
            <a:off x="0" y="-25"/>
            <a:ext cx="9144000" cy="5151625"/>
            <a:chOff x="0" y="-25"/>
            <a:chExt cx="9144000" cy="5151625"/>
          </a:xfrm>
        </p:grpSpPr>
        <p:grpSp>
          <p:nvGrpSpPr>
            <p:cNvPr id="121" name="Google Shape;121;p7"/>
            <p:cNvGrpSpPr/>
            <p:nvPr/>
          </p:nvGrpSpPr>
          <p:grpSpPr>
            <a:xfrm flipH="1">
              <a:off x="0" y="-25"/>
              <a:ext cx="9144000" cy="5151625"/>
              <a:chOff x="0" y="-25"/>
              <a:chExt cx="9144000" cy="5151625"/>
            </a:xfrm>
          </p:grpSpPr>
          <p:cxnSp>
            <p:nvCxnSpPr>
              <p:cNvPr id="122" name="Google Shape;122;p7"/>
              <p:cNvCxnSpPr/>
              <p:nvPr/>
            </p:nvCxnSpPr>
            <p:spPr>
              <a:xfrm>
                <a:off x="0" y="381000"/>
                <a:ext cx="91440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7"/>
              <p:cNvCxnSpPr/>
              <p:nvPr/>
            </p:nvCxnSpPr>
            <p:spPr>
              <a:xfrm>
                <a:off x="0" y="4762500"/>
                <a:ext cx="91440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7"/>
              <p:cNvCxnSpPr/>
              <p:nvPr/>
            </p:nvCxnSpPr>
            <p:spPr>
              <a:xfrm rot="10800000">
                <a:off x="476250" y="-25"/>
                <a:ext cx="0" cy="51474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" name="Google Shape;125;p7"/>
              <p:cNvCxnSpPr/>
              <p:nvPr/>
            </p:nvCxnSpPr>
            <p:spPr>
              <a:xfrm rot="10800000">
                <a:off x="8667750" y="900"/>
                <a:ext cx="0" cy="51507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6" name="Google Shape;126;p7"/>
            <p:cNvGrpSpPr/>
            <p:nvPr/>
          </p:nvGrpSpPr>
          <p:grpSpPr>
            <a:xfrm rot="10800000" flipH="1">
              <a:off x="2840850" y="380525"/>
              <a:ext cx="0" cy="4391450"/>
              <a:chOff x="4632275" y="190025"/>
              <a:chExt cx="0" cy="4391450"/>
            </a:xfrm>
          </p:grpSpPr>
          <p:cxnSp>
            <p:nvCxnSpPr>
              <p:cNvPr id="127" name="Google Shape;127;p7"/>
              <p:cNvCxnSpPr/>
              <p:nvPr/>
            </p:nvCxnSpPr>
            <p:spPr>
              <a:xfrm rot="10800000">
                <a:off x="4632275" y="4326175"/>
                <a:ext cx="0" cy="2553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" name="Google Shape;128;p7"/>
              <p:cNvCxnSpPr/>
              <p:nvPr/>
            </p:nvCxnSpPr>
            <p:spPr>
              <a:xfrm rot="10800000">
                <a:off x="4632275" y="190025"/>
                <a:ext cx="0" cy="2553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9" name="Google Shape;129;p7"/>
          <p:cNvGrpSpPr/>
          <p:nvPr/>
        </p:nvGrpSpPr>
        <p:grpSpPr>
          <a:xfrm rot="-1315513">
            <a:off x="8558189" y="1374760"/>
            <a:ext cx="846023" cy="846294"/>
            <a:chOff x="2808525" y="2242475"/>
            <a:chExt cx="1215475" cy="1215475"/>
          </a:xfrm>
        </p:grpSpPr>
        <p:sp>
          <p:nvSpPr>
            <p:cNvPr id="130" name="Google Shape;130;p7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" name="Google Shape;133;p7"/>
          <p:cNvGrpSpPr/>
          <p:nvPr/>
        </p:nvGrpSpPr>
        <p:grpSpPr>
          <a:xfrm rot="1190758">
            <a:off x="-251331" y="410556"/>
            <a:ext cx="846018" cy="846287"/>
            <a:chOff x="2808525" y="2242475"/>
            <a:chExt cx="1215475" cy="1215475"/>
          </a:xfrm>
        </p:grpSpPr>
        <p:sp>
          <p:nvSpPr>
            <p:cNvPr id="134" name="Google Shape;134;p7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" name="Google Shape;137;p7"/>
          <p:cNvGrpSpPr/>
          <p:nvPr/>
        </p:nvGrpSpPr>
        <p:grpSpPr>
          <a:xfrm rot="1190758">
            <a:off x="3437794" y="4664656"/>
            <a:ext cx="846018" cy="846287"/>
            <a:chOff x="2808525" y="2242475"/>
            <a:chExt cx="1215475" cy="1215475"/>
          </a:xfrm>
        </p:grpSpPr>
        <p:sp>
          <p:nvSpPr>
            <p:cNvPr id="138" name="Google Shape;138;p7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3" name="Google Shape;143;p8"/>
          <p:cNvGrpSpPr/>
          <p:nvPr/>
        </p:nvGrpSpPr>
        <p:grpSpPr>
          <a:xfrm>
            <a:off x="0" y="-4225"/>
            <a:ext cx="9144000" cy="5150725"/>
            <a:chOff x="0" y="-4225"/>
            <a:chExt cx="9144000" cy="5150725"/>
          </a:xfrm>
        </p:grpSpPr>
        <p:cxnSp>
          <p:nvCxnSpPr>
            <p:cNvPr id="144" name="Google Shape;144;p8"/>
            <p:cNvCxnSpPr/>
            <p:nvPr/>
          </p:nvCxnSpPr>
          <p:spPr>
            <a:xfrm>
              <a:off x="0" y="4572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" name="Google Shape;145;p8"/>
            <p:cNvCxnSpPr/>
            <p:nvPr/>
          </p:nvCxnSpPr>
          <p:spPr>
            <a:xfrm>
              <a:off x="0" y="46863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8"/>
            <p:cNvCxnSpPr/>
            <p:nvPr/>
          </p:nvCxnSpPr>
          <p:spPr>
            <a:xfrm rot="10800000">
              <a:off x="171450" y="0"/>
              <a:ext cx="0" cy="51465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Google Shape;147;p8"/>
            <p:cNvCxnSpPr/>
            <p:nvPr/>
          </p:nvCxnSpPr>
          <p:spPr>
            <a:xfrm rot="10800000">
              <a:off x="8972550" y="-4225"/>
              <a:ext cx="0" cy="51465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8"/>
            <p:cNvCxnSpPr/>
            <p:nvPr/>
          </p:nvCxnSpPr>
          <p:spPr>
            <a:xfrm>
              <a:off x="171450" y="2571750"/>
              <a:ext cx="2571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8"/>
            <p:cNvCxnSpPr/>
            <p:nvPr/>
          </p:nvCxnSpPr>
          <p:spPr>
            <a:xfrm>
              <a:off x="8715450" y="2571750"/>
              <a:ext cx="2571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0" name="Google Shape;150;p8"/>
          <p:cNvGrpSpPr/>
          <p:nvPr/>
        </p:nvGrpSpPr>
        <p:grpSpPr>
          <a:xfrm rot="-1315513">
            <a:off x="1024377" y="-494390"/>
            <a:ext cx="846023" cy="846294"/>
            <a:chOff x="2808525" y="2242475"/>
            <a:chExt cx="1215475" cy="1215475"/>
          </a:xfrm>
        </p:grpSpPr>
        <p:sp>
          <p:nvSpPr>
            <p:cNvPr id="151" name="Google Shape;151;p8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" name="Google Shape;154;p8"/>
          <p:cNvGrpSpPr/>
          <p:nvPr/>
        </p:nvGrpSpPr>
        <p:grpSpPr>
          <a:xfrm rot="1190758">
            <a:off x="7466219" y="4539281"/>
            <a:ext cx="846018" cy="846287"/>
            <a:chOff x="2808525" y="2242475"/>
            <a:chExt cx="1215475" cy="1215475"/>
          </a:xfrm>
        </p:grpSpPr>
        <p:sp>
          <p:nvSpPr>
            <p:cNvPr id="155" name="Google Shape;155;p8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61" name="Google Shape;161;p9"/>
          <p:cNvGrpSpPr/>
          <p:nvPr/>
        </p:nvGrpSpPr>
        <p:grpSpPr>
          <a:xfrm>
            <a:off x="0" y="45"/>
            <a:ext cx="9144000" cy="5143555"/>
            <a:chOff x="0" y="45"/>
            <a:chExt cx="9144000" cy="5143555"/>
          </a:xfrm>
        </p:grpSpPr>
        <p:cxnSp>
          <p:nvCxnSpPr>
            <p:cNvPr id="162" name="Google Shape;162;p9"/>
            <p:cNvCxnSpPr/>
            <p:nvPr/>
          </p:nvCxnSpPr>
          <p:spPr>
            <a:xfrm>
              <a:off x="0" y="1905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" name="Google Shape;163;p9"/>
            <p:cNvCxnSpPr/>
            <p:nvPr/>
          </p:nvCxnSpPr>
          <p:spPr>
            <a:xfrm>
              <a:off x="0" y="49530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" name="Google Shape;164;p9"/>
            <p:cNvCxnSpPr/>
            <p:nvPr/>
          </p:nvCxnSpPr>
          <p:spPr>
            <a:xfrm rot="10800000">
              <a:off x="628650" y="45"/>
              <a:ext cx="0" cy="5138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" name="Google Shape;165;p9"/>
            <p:cNvCxnSpPr/>
            <p:nvPr/>
          </p:nvCxnSpPr>
          <p:spPr>
            <a:xfrm rot="10800000">
              <a:off x="8515350" y="5200"/>
              <a:ext cx="0" cy="5138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" name="Google Shape;166;p9"/>
            <p:cNvCxnSpPr/>
            <p:nvPr/>
          </p:nvCxnSpPr>
          <p:spPr>
            <a:xfrm rot="10800000">
              <a:off x="4465350" y="46977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" name="Google Shape;167;p9"/>
            <p:cNvCxnSpPr/>
            <p:nvPr/>
          </p:nvCxnSpPr>
          <p:spPr>
            <a:xfrm rot="10800000">
              <a:off x="4465350" y="1905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8" name="Google Shape;168;p9"/>
          <p:cNvGrpSpPr/>
          <p:nvPr/>
        </p:nvGrpSpPr>
        <p:grpSpPr>
          <a:xfrm rot="-1315513">
            <a:off x="6904789" y="-356165"/>
            <a:ext cx="846023" cy="846294"/>
            <a:chOff x="2808525" y="2242475"/>
            <a:chExt cx="1215475" cy="1215475"/>
          </a:xfrm>
        </p:grpSpPr>
        <p:sp>
          <p:nvSpPr>
            <p:cNvPr id="169" name="Google Shape;169;p9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9"/>
          <p:cNvGrpSpPr/>
          <p:nvPr/>
        </p:nvGrpSpPr>
        <p:grpSpPr>
          <a:xfrm rot="1190758">
            <a:off x="-346656" y="1205331"/>
            <a:ext cx="846018" cy="846287"/>
            <a:chOff x="2808525" y="2242475"/>
            <a:chExt cx="1215475" cy="1215475"/>
          </a:xfrm>
        </p:grpSpPr>
        <p:sp>
          <p:nvSpPr>
            <p:cNvPr id="173" name="Google Shape;173;p9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" name="Google Shape;176;p9"/>
          <p:cNvGrpSpPr/>
          <p:nvPr/>
        </p:nvGrpSpPr>
        <p:grpSpPr>
          <a:xfrm rot="1190758">
            <a:off x="5260194" y="4727256"/>
            <a:ext cx="846018" cy="846287"/>
            <a:chOff x="2808525" y="2242475"/>
            <a:chExt cx="1215475" cy="1215475"/>
          </a:xfrm>
        </p:grpSpPr>
        <p:sp>
          <p:nvSpPr>
            <p:cNvPr id="177" name="Google Shape;177;p9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679513"/>
            <a:ext cx="6576000" cy="12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4" name="Google Shape;184;p11"/>
          <p:cNvSpPr txBox="1">
            <a:spLocks noGrp="1"/>
          </p:cNvSpPr>
          <p:nvPr>
            <p:ph type="subTitle" idx="1"/>
          </p:nvPr>
        </p:nvSpPr>
        <p:spPr>
          <a:xfrm>
            <a:off x="1284000" y="296688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85" name="Google Shape;185;p11"/>
          <p:cNvGrpSpPr/>
          <p:nvPr/>
        </p:nvGrpSpPr>
        <p:grpSpPr>
          <a:xfrm>
            <a:off x="0" y="-1992"/>
            <a:ext cx="9144000" cy="5145392"/>
            <a:chOff x="0" y="-1990"/>
            <a:chExt cx="9144000" cy="5140252"/>
          </a:xfrm>
        </p:grpSpPr>
        <p:cxnSp>
          <p:nvCxnSpPr>
            <p:cNvPr id="186" name="Google Shape;186;p11"/>
            <p:cNvCxnSpPr/>
            <p:nvPr/>
          </p:nvCxnSpPr>
          <p:spPr>
            <a:xfrm>
              <a:off x="0" y="1905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11"/>
            <p:cNvCxnSpPr/>
            <p:nvPr/>
          </p:nvCxnSpPr>
          <p:spPr>
            <a:xfrm>
              <a:off x="0" y="49530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11"/>
            <p:cNvCxnSpPr/>
            <p:nvPr/>
          </p:nvCxnSpPr>
          <p:spPr>
            <a:xfrm rot="10800000">
              <a:off x="628650" y="-1990"/>
              <a:ext cx="0" cy="51351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11"/>
            <p:cNvCxnSpPr/>
            <p:nvPr/>
          </p:nvCxnSpPr>
          <p:spPr>
            <a:xfrm rot="10800000">
              <a:off x="8515350" y="3162"/>
              <a:ext cx="0" cy="51351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0" name="Google Shape;190;p11"/>
          <p:cNvGrpSpPr/>
          <p:nvPr/>
        </p:nvGrpSpPr>
        <p:grpSpPr>
          <a:xfrm rot="1315513" flipH="1">
            <a:off x="-20086" y="2729473"/>
            <a:ext cx="846023" cy="846294"/>
            <a:chOff x="2808525" y="2242475"/>
            <a:chExt cx="1215475" cy="1215475"/>
          </a:xfrm>
        </p:grpSpPr>
        <p:sp>
          <p:nvSpPr>
            <p:cNvPr id="191" name="Google Shape;191;p11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" name="Google Shape;194;p11"/>
          <p:cNvGrpSpPr/>
          <p:nvPr/>
        </p:nvGrpSpPr>
        <p:grpSpPr>
          <a:xfrm rot="-1190758" flipH="1">
            <a:off x="8383415" y="707569"/>
            <a:ext cx="846018" cy="846287"/>
            <a:chOff x="2808525" y="2242475"/>
            <a:chExt cx="1215475" cy="1215475"/>
          </a:xfrm>
        </p:grpSpPr>
        <p:sp>
          <p:nvSpPr>
            <p:cNvPr id="195" name="Google Shape;195;p11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" name="Google Shape;198;p11"/>
          <p:cNvGrpSpPr/>
          <p:nvPr/>
        </p:nvGrpSpPr>
        <p:grpSpPr>
          <a:xfrm rot="-1190758" flipH="1">
            <a:off x="6351665" y="4545481"/>
            <a:ext cx="846018" cy="846287"/>
            <a:chOff x="2808525" y="2242475"/>
            <a:chExt cx="1215475" cy="1215475"/>
          </a:xfrm>
        </p:grpSpPr>
        <p:sp>
          <p:nvSpPr>
            <p:cNvPr id="199" name="Google Shape;199;p11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1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1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" name="Google Shape;202;p11"/>
          <p:cNvGrpSpPr/>
          <p:nvPr/>
        </p:nvGrpSpPr>
        <p:grpSpPr>
          <a:xfrm>
            <a:off x="4572000" y="190500"/>
            <a:ext cx="0" cy="4762500"/>
            <a:chOff x="4465350" y="190500"/>
            <a:chExt cx="0" cy="4762500"/>
          </a:xfrm>
        </p:grpSpPr>
        <p:cxnSp>
          <p:nvCxnSpPr>
            <p:cNvPr id="203" name="Google Shape;203;p11"/>
            <p:cNvCxnSpPr/>
            <p:nvPr/>
          </p:nvCxnSpPr>
          <p:spPr>
            <a:xfrm rot="10800000">
              <a:off x="4465350" y="46977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11"/>
            <p:cNvCxnSpPr/>
            <p:nvPr/>
          </p:nvCxnSpPr>
          <p:spPr>
            <a:xfrm rot="10800000">
              <a:off x="4465350" y="1905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>
            <a:spLocks noGrp="1"/>
          </p:cNvSpPr>
          <p:nvPr>
            <p:ph type="subTitle" idx="1"/>
          </p:nvPr>
        </p:nvSpPr>
        <p:spPr>
          <a:xfrm>
            <a:off x="937625" y="2656025"/>
            <a:ext cx="2175300" cy="18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8"/>
          <p:cNvSpPr txBox="1">
            <a:spLocks noGrp="1"/>
          </p:cNvSpPr>
          <p:nvPr>
            <p:ph type="subTitle" idx="2"/>
          </p:nvPr>
        </p:nvSpPr>
        <p:spPr>
          <a:xfrm>
            <a:off x="3484347" y="2656025"/>
            <a:ext cx="2175300" cy="18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8"/>
          <p:cNvSpPr txBox="1">
            <a:spLocks noGrp="1"/>
          </p:cNvSpPr>
          <p:nvPr>
            <p:ph type="subTitle" idx="3"/>
          </p:nvPr>
        </p:nvSpPr>
        <p:spPr>
          <a:xfrm>
            <a:off x="6031075" y="2656025"/>
            <a:ext cx="2175300" cy="18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8"/>
          <p:cNvSpPr txBox="1">
            <a:spLocks noGrp="1"/>
          </p:cNvSpPr>
          <p:nvPr>
            <p:ph type="subTitle" idx="4"/>
          </p:nvPr>
        </p:nvSpPr>
        <p:spPr>
          <a:xfrm>
            <a:off x="937625" y="2201276"/>
            <a:ext cx="2175300" cy="4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9" name="Google Shape;319;p18"/>
          <p:cNvSpPr txBox="1">
            <a:spLocks noGrp="1"/>
          </p:cNvSpPr>
          <p:nvPr>
            <p:ph type="subTitle" idx="5"/>
          </p:nvPr>
        </p:nvSpPr>
        <p:spPr>
          <a:xfrm>
            <a:off x="3484350" y="2201276"/>
            <a:ext cx="2175300" cy="4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0" name="Google Shape;320;p18"/>
          <p:cNvSpPr txBox="1">
            <a:spLocks noGrp="1"/>
          </p:cNvSpPr>
          <p:nvPr>
            <p:ph type="subTitle" idx="6"/>
          </p:nvPr>
        </p:nvSpPr>
        <p:spPr>
          <a:xfrm>
            <a:off x="6031075" y="2201276"/>
            <a:ext cx="2175300" cy="4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1" name="Google Shape;321;p18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22" name="Google Shape;322;p18"/>
          <p:cNvGrpSpPr/>
          <p:nvPr/>
        </p:nvGrpSpPr>
        <p:grpSpPr>
          <a:xfrm>
            <a:off x="0" y="-1992"/>
            <a:ext cx="9144000" cy="5145392"/>
            <a:chOff x="0" y="-1990"/>
            <a:chExt cx="9144000" cy="5140252"/>
          </a:xfrm>
        </p:grpSpPr>
        <p:cxnSp>
          <p:nvCxnSpPr>
            <p:cNvPr id="323" name="Google Shape;323;p18"/>
            <p:cNvCxnSpPr/>
            <p:nvPr/>
          </p:nvCxnSpPr>
          <p:spPr>
            <a:xfrm>
              <a:off x="0" y="1905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18"/>
            <p:cNvCxnSpPr/>
            <p:nvPr/>
          </p:nvCxnSpPr>
          <p:spPr>
            <a:xfrm>
              <a:off x="0" y="49530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5" name="Google Shape;325;p18"/>
            <p:cNvCxnSpPr/>
            <p:nvPr/>
          </p:nvCxnSpPr>
          <p:spPr>
            <a:xfrm rot="10800000">
              <a:off x="628650" y="-1990"/>
              <a:ext cx="0" cy="51351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6" name="Google Shape;326;p18"/>
            <p:cNvCxnSpPr/>
            <p:nvPr/>
          </p:nvCxnSpPr>
          <p:spPr>
            <a:xfrm rot="10800000">
              <a:off x="8515350" y="3162"/>
              <a:ext cx="0" cy="51351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18"/>
            <p:cNvCxnSpPr/>
            <p:nvPr/>
          </p:nvCxnSpPr>
          <p:spPr>
            <a:xfrm rot="10800000">
              <a:off x="4572000" y="46977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18"/>
            <p:cNvCxnSpPr/>
            <p:nvPr/>
          </p:nvCxnSpPr>
          <p:spPr>
            <a:xfrm rot="10800000">
              <a:off x="4572000" y="1905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9" name="Google Shape;329;p18"/>
          <p:cNvGrpSpPr/>
          <p:nvPr/>
        </p:nvGrpSpPr>
        <p:grpSpPr>
          <a:xfrm rot="1315513" flipH="1">
            <a:off x="-407236" y="1371248"/>
            <a:ext cx="846023" cy="846294"/>
            <a:chOff x="2808525" y="2242475"/>
            <a:chExt cx="1215475" cy="1215475"/>
          </a:xfrm>
        </p:grpSpPr>
        <p:sp>
          <p:nvSpPr>
            <p:cNvPr id="330" name="Google Shape;330;p18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8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8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333;p18"/>
          <p:cNvGrpSpPr/>
          <p:nvPr/>
        </p:nvGrpSpPr>
        <p:grpSpPr>
          <a:xfrm rot="-1190758" flipH="1">
            <a:off x="8324915" y="116356"/>
            <a:ext cx="846018" cy="846287"/>
            <a:chOff x="2808525" y="2242475"/>
            <a:chExt cx="1215475" cy="1215475"/>
          </a:xfrm>
        </p:grpSpPr>
        <p:sp>
          <p:nvSpPr>
            <p:cNvPr id="334" name="Google Shape;334;p18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8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8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" name="Google Shape;337;p18"/>
          <p:cNvGrpSpPr/>
          <p:nvPr/>
        </p:nvGrpSpPr>
        <p:grpSpPr>
          <a:xfrm rot="-1190758" flipH="1">
            <a:off x="2093065" y="4722481"/>
            <a:ext cx="846018" cy="846287"/>
            <a:chOff x="2808525" y="2242475"/>
            <a:chExt cx="1215475" cy="1215475"/>
          </a:xfrm>
        </p:grpSpPr>
        <p:sp>
          <p:nvSpPr>
            <p:cNvPr id="338" name="Google Shape;338;p18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8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8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p23"/>
          <p:cNvGrpSpPr/>
          <p:nvPr/>
        </p:nvGrpSpPr>
        <p:grpSpPr>
          <a:xfrm>
            <a:off x="0" y="-4225"/>
            <a:ext cx="9144000" cy="5150725"/>
            <a:chOff x="0" y="-4225"/>
            <a:chExt cx="9144000" cy="5150725"/>
          </a:xfrm>
        </p:grpSpPr>
        <p:cxnSp>
          <p:nvCxnSpPr>
            <p:cNvPr id="451" name="Google Shape;451;p23"/>
            <p:cNvCxnSpPr/>
            <p:nvPr/>
          </p:nvCxnSpPr>
          <p:spPr>
            <a:xfrm>
              <a:off x="0" y="2286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2" name="Google Shape;452;p23"/>
            <p:cNvCxnSpPr/>
            <p:nvPr/>
          </p:nvCxnSpPr>
          <p:spPr>
            <a:xfrm>
              <a:off x="0" y="49149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3" name="Google Shape;453;p23"/>
            <p:cNvCxnSpPr/>
            <p:nvPr/>
          </p:nvCxnSpPr>
          <p:spPr>
            <a:xfrm rot="10800000">
              <a:off x="171450" y="0"/>
              <a:ext cx="0" cy="51465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4" name="Google Shape;454;p23"/>
            <p:cNvCxnSpPr/>
            <p:nvPr/>
          </p:nvCxnSpPr>
          <p:spPr>
            <a:xfrm rot="10800000">
              <a:off x="8972550" y="-4225"/>
              <a:ext cx="0" cy="51465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5" name="Google Shape;455;p23"/>
            <p:cNvCxnSpPr/>
            <p:nvPr/>
          </p:nvCxnSpPr>
          <p:spPr>
            <a:xfrm>
              <a:off x="171450" y="2571750"/>
              <a:ext cx="2571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6" name="Google Shape;456;p23"/>
            <p:cNvCxnSpPr/>
            <p:nvPr/>
          </p:nvCxnSpPr>
          <p:spPr>
            <a:xfrm>
              <a:off x="8715450" y="2571750"/>
              <a:ext cx="2571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7" name="Google Shape;457;p23"/>
          <p:cNvGrpSpPr/>
          <p:nvPr/>
        </p:nvGrpSpPr>
        <p:grpSpPr>
          <a:xfrm rot="-1315513">
            <a:off x="5387877" y="-324815"/>
            <a:ext cx="846023" cy="846294"/>
            <a:chOff x="2808525" y="2242475"/>
            <a:chExt cx="1215475" cy="1215475"/>
          </a:xfrm>
        </p:grpSpPr>
        <p:sp>
          <p:nvSpPr>
            <p:cNvPr id="458" name="Google Shape;458;p23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3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1" name="Google Shape;461;p23"/>
          <p:cNvGrpSpPr/>
          <p:nvPr/>
        </p:nvGrpSpPr>
        <p:grpSpPr>
          <a:xfrm rot="1190758">
            <a:off x="-196481" y="3564331"/>
            <a:ext cx="846018" cy="846287"/>
            <a:chOff x="2808525" y="2242475"/>
            <a:chExt cx="1215475" cy="1215475"/>
          </a:xfrm>
        </p:grpSpPr>
        <p:sp>
          <p:nvSpPr>
            <p:cNvPr id="462" name="Google Shape;462;p23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3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3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5" name="Google Shape;465;p23"/>
          <p:cNvGrpSpPr/>
          <p:nvPr/>
        </p:nvGrpSpPr>
        <p:grpSpPr>
          <a:xfrm rot="1190758">
            <a:off x="7466219" y="4539281"/>
            <a:ext cx="846018" cy="846287"/>
            <a:chOff x="2808525" y="2242475"/>
            <a:chExt cx="1215475" cy="1215475"/>
          </a:xfrm>
        </p:grpSpPr>
        <p:sp>
          <p:nvSpPr>
            <p:cNvPr id="466" name="Google Shape;466;p23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3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24"/>
          <p:cNvGrpSpPr/>
          <p:nvPr/>
        </p:nvGrpSpPr>
        <p:grpSpPr>
          <a:xfrm>
            <a:off x="0" y="-6175"/>
            <a:ext cx="9144000" cy="5148000"/>
            <a:chOff x="0" y="-6175"/>
            <a:chExt cx="9144000" cy="5148000"/>
          </a:xfrm>
        </p:grpSpPr>
        <p:cxnSp>
          <p:nvCxnSpPr>
            <p:cNvPr id="471" name="Google Shape;471;p24"/>
            <p:cNvCxnSpPr/>
            <p:nvPr/>
          </p:nvCxnSpPr>
          <p:spPr>
            <a:xfrm>
              <a:off x="0" y="4572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2" name="Google Shape;472;p24"/>
            <p:cNvCxnSpPr/>
            <p:nvPr/>
          </p:nvCxnSpPr>
          <p:spPr>
            <a:xfrm>
              <a:off x="0" y="46863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3" name="Google Shape;473;p24"/>
            <p:cNvCxnSpPr/>
            <p:nvPr/>
          </p:nvCxnSpPr>
          <p:spPr>
            <a:xfrm rot="10800000">
              <a:off x="171450" y="-3675"/>
              <a:ext cx="0" cy="51441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4" name="Google Shape;474;p24"/>
            <p:cNvCxnSpPr/>
            <p:nvPr/>
          </p:nvCxnSpPr>
          <p:spPr>
            <a:xfrm rot="10800000">
              <a:off x="8972550" y="-6175"/>
              <a:ext cx="0" cy="5148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5" name="Google Shape;475;p24"/>
          <p:cNvGrpSpPr/>
          <p:nvPr/>
        </p:nvGrpSpPr>
        <p:grpSpPr>
          <a:xfrm>
            <a:off x="4572000" y="190500"/>
            <a:ext cx="0" cy="4762500"/>
            <a:chOff x="4465350" y="190500"/>
            <a:chExt cx="0" cy="4762500"/>
          </a:xfrm>
        </p:grpSpPr>
        <p:cxnSp>
          <p:nvCxnSpPr>
            <p:cNvPr id="476" name="Google Shape;476;p24"/>
            <p:cNvCxnSpPr/>
            <p:nvPr/>
          </p:nvCxnSpPr>
          <p:spPr>
            <a:xfrm rot="10800000">
              <a:off x="4465350" y="46977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7" name="Google Shape;477;p24"/>
            <p:cNvCxnSpPr/>
            <p:nvPr/>
          </p:nvCxnSpPr>
          <p:spPr>
            <a:xfrm rot="10800000">
              <a:off x="4465350" y="1905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8" name="Google Shape;478;p24"/>
          <p:cNvGrpSpPr/>
          <p:nvPr/>
        </p:nvGrpSpPr>
        <p:grpSpPr>
          <a:xfrm rot="1190758">
            <a:off x="-251331" y="999081"/>
            <a:ext cx="846018" cy="846287"/>
            <a:chOff x="2808525" y="2242475"/>
            <a:chExt cx="1215475" cy="1215475"/>
          </a:xfrm>
        </p:grpSpPr>
        <p:sp>
          <p:nvSpPr>
            <p:cNvPr id="479" name="Google Shape;479;p24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4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4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" name="Google Shape;482;p24"/>
          <p:cNvGrpSpPr/>
          <p:nvPr/>
        </p:nvGrpSpPr>
        <p:grpSpPr>
          <a:xfrm rot="-1315513">
            <a:off x="7803677" y="-555815"/>
            <a:ext cx="846023" cy="846294"/>
            <a:chOff x="2808525" y="2242475"/>
            <a:chExt cx="1215475" cy="1215475"/>
          </a:xfrm>
        </p:grpSpPr>
        <p:sp>
          <p:nvSpPr>
            <p:cNvPr id="483" name="Google Shape;483;p24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4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4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24"/>
          <p:cNvGrpSpPr/>
          <p:nvPr/>
        </p:nvGrpSpPr>
        <p:grpSpPr>
          <a:xfrm rot="1190758">
            <a:off x="2687819" y="4643356"/>
            <a:ext cx="846018" cy="846287"/>
            <a:chOff x="2808525" y="2242475"/>
            <a:chExt cx="1215475" cy="1215475"/>
          </a:xfrm>
        </p:grpSpPr>
        <p:sp>
          <p:nvSpPr>
            <p:cNvPr id="487" name="Google Shape;487;p24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4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4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●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○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■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●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○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■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●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○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■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4" r:id="rId9"/>
    <p:sldLayoutId id="2147483669" r:id="rId10"/>
    <p:sldLayoutId id="214748367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8"/>
          <p:cNvSpPr txBox="1">
            <a:spLocks noGrp="1"/>
          </p:cNvSpPr>
          <p:nvPr>
            <p:ph type="ctrTitle"/>
          </p:nvPr>
        </p:nvSpPr>
        <p:spPr>
          <a:xfrm>
            <a:off x="3854400" y="381897"/>
            <a:ext cx="4518900" cy="22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Rollins Tennis Archive</a:t>
            </a:r>
            <a:endParaRPr dirty="0"/>
          </a:p>
        </p:txBody>
      </p:sp>
      <p:sp>
        <p:nvSpPr>
          <p:cNvPr id="501" name="Google Shape;501;p28"/>
          <p:cNvSpPr txBox="1">
            <a:spLocks noGrp="1"/>
          </p:cNvSpPr>
          <p:nvPr>
            <p:ph type="subTitle" idx="1"/>
          </p:nvPr>
        </p:nvSpPr>
        <p:spPr>
          <a:xfrm>
            <a:off x="3854400" y="3040329"/>
            <a:ext cx="5087986" cy="8622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Madhav Khanal: Lead Programmer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Richard </a:t>
            </a:r>
            <a:r>
              <a:rPr lang="en" dirty="0" err="1"/>
              <a:t>Stoiberer</a:t>
            </a:r>
            <a:r>
              <a:rPr lang="en" dirty="0"/>
              <a:t>: Project manager</a:t>
            </a:r>
          </a:p>
          <a:p>
            <a:pPr marL="0" lvl="0" indent="0"/>
            <a:r>
              <a:rPr lang="en" dirty="0"/>
              <a:t>Stella Fruijtier: Data </a:t>
            </a:r>
            <a:r>
              <a:rPr lang="en-GB" dirty="0"/>
              <a:t>Scientist, </a:t>
            </a:r>
            <a:r>
              <a:rPr lang="en" dirty="0"/>
              <a:t>Data visualization </a:t>
            </a:r>
            <a:endParaRPr dirty="0"/>
          </a:p>
        </p:txBody>
      </p:sp>
      <p:cxnSp>
        <p:nvCxnSpPr>
          <p:cNvPr id="503" name="Google Shape;503;p28"/>
          <p:cNvCxnSpPr/>
          <p:nvPr/>
        </p:nvCxnSpPr>
        <p:spPr>
          <a:xfrm rot="10800000">
            <a:off x="3444325" y="5250"/>
            <a:ext cx="0" cy="5133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Placeholder 4" descr="A blue and yellow logo&#10;&#10;AI-generated content may be incorrect.">
            <a:extLst>
              <a:ext uri="{FF2B5EF4-FFF2-40B4-BE49-F238E27FC236}">
                <a16:creationId xmlns:a16="http://schemas.microsoft.com/office/drawing/2014/main" id="{DA2BC19C-0922-8484-343D-4DE7786AF90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5273" t="785" r="16441" b="1879"/>
          <a:stretch>
            <a:fillRect/>
          </a:stretch>
        </p:blipFill>
        <p:spPr>
          <a:xfrm>
            <a:off x="598254" y="1320445"/>
            <a:ext cx="2727869" cy="2582105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1"/>
          <p:cNvSpPr txBox="1">
            <a:spLocks noGrp="1"/>
          </p:cNvSpPr>
          <p:nvPr>
            <p:ph type="title"/>
          </p:nvPr>
        </p:nvSpPr>
        <p:spPr>
          <a:xfrm>
            <a:off x="964375" y="286809"/>
            <a:ext cx="3515400" cy="108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Recap</a:t>
            </a:r>
            <a:endParaRPr dirty="0">
              <a:highlight>
                <a:schemeClr val="dk2"/>
              </a:highlight>
            </a:endParaRPr>
          </a:p>
        </p:txBody>
      </p:sp>
      <p:sp>
        <p:nvSpPr>
          <p:cNvPr id="535" name="Google Shape;535;p31"/>
          <p:cNvSpPr txBox="1">
            <a:spLocks noGrp="1"/>
          </p:cNvSpPr>
          <p:nvPr>
            <p:ph type="subTitle" idx="1"/>
          </p:nvPr>
        </p:nvSpPr>
        <p:spPr>
          <a:xfrm>
            <a:off x="964375" y="1443403"/>
            <a:ext cx="3515400" cy="2890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Build a simple full-stack application that organizes Rollins Tennis player bios, match results, and statistics.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/>
              <a:t>Store players, matches, and seasons using OOP structure</a:t>
            </a: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/>
              <a:t>Allow filtering/searching of players and matches 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/>
              <a:t>Show useful statistics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>
              <a:buNone/>
            </a:pPr>
            <a:r>
              <a:rPr lang="en" dirty="0"/>
              <a:t>The goal is to </a:t>
            </a:r>
            <a:r>
              <a:rPr lang="en-US" dirty="0"/>
              <a:t>improve the existing Rollins Tennis statistics page by creating a cleaner, more organized system that makes all player information easy to find in one place.</a:t>
            </a:r>
            <a:endParaRPr dirty="0"/>
          </a:p>
        </p:txBody>
      </p:sp>
      <p:cxnSp>
        <p:nvCxnSpPr>
          <p:cNvPr id="537" name="Google Shape;537;p31"/>
          <p:cNvCxnSpPr/>
          <p:nvPr/>
        </p:nvCxnSpPr>
        <p:spPr>
          <a:xfrm rot="10800000">
            <a:off x="5221500" y="5250"/>
            <a:ext cx="0" cy="5133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Placeholder 4" descr="A screenshot of a tennis match&#10;&#10;AI-generated content may be incorrect.">
            <a:extLst>
              <a:ext uri="{FF2B5EF4-FFF2-40B4-BE49-F238E27FC236}">
                <a16:creationId xmlns:a16="http://schemas.microsoft.com/office/drawing/2014/main" id="{B6779C59-D90A-4DFF-875E-ED95F457199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2356" b="2356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3"/>
          <p:cNvSpPr txBox="1">
            <a:spLocks noGrp="1"/>
          </p:cNvSpPr>
          <p:nvPr>
            <p:ph type="subTitle" idx="4"/>
          </p:nvPr>
        </p:nvSpPr>
        <p:spPr>
          <a:xfrm>
            <a:off x="3294626" y="2552755"/>
            <a:ext cx="2656200" cy="7449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Linked to actual data</a:t>
            </a:r>
            <a:endParaRPr b="0" dirty="0"/>
          </a:p>
        </p:txBody>
      </p:sp>
      <p:sp>
        <p:nvSpPr>
          <p:cNvPr id="551" name="Google Shape;551;p3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Progress update</a:t>
            </a:r>
            <a:endParaRPr dirty="0"/>
          </a:p>
        </p:txBody>
      </p:sp>
      <p:sp>
        <p:nvSpPr>
          <p:cNvPr id="554" name="Google Shape;554;p33"/>
          <p:cNvSpPr txBox="1">
            <a:spLocks noGrp="1"/>
          </p:cNvSpPr>
          <p:nvPr>
            <p:ph type="subTitle" idx="3"/>
          </p:nvPr>
        </p:nvSpPr>
        <p:spPr>
          <a:xfrm>
            <a:off x="694830" y="2497724"/>
            <a:ext cx="2656200" cy="7842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Implemented Login Page</a:t>
            </a:r>
            <a:endParaRPr b="0" dirty="0"/>
          </a:p>
        </p:txBody>
      </p:sp>
      <p:grpSp>
        <p:nvGrpSpPr>
          <p:cNvPr id="555" name="Google Shape;555;p33"/>
          <p:cNvGrpSpPr/>
          <p:nvPr/>
        </p:nvGrpSpPr>
        <p:grpSpPr>
          <a:xfrm>
            <a:off x="4262037" y="1725026"/>
            <a:ext cx="637443" cy="614577"/>
            <a:chOff x="5507184" y="1359125"/>
            <a:chExt cx="637443" cy="614577"/>
          </a:xfrm>
        </p:grpSpPr>
        <p:sp>
          <p:nvSpPr>
            <p:cNvPr id="556" name="Google Shape;556;p33"/>
            <p:cNvSpPr/>
            <p:nvPr/>
          </p:nvSpPr>
          <p:spPr>
            <a:xfrm>
              <a:off x="5773734" y="1373497"/>
              <a:ext cx="341562" cy="332533"/>
            </a:xfrm>
            <a:custGeom>
              <a:avLst/>
              <a:gdLst/>
              <a:ahLst/>
              <a:cxnLst/>
              <a:rect l="l" t="t" r="r" b="b"/>
              <a:pathLst>
                <a:path w="6393" h="6224" extrusionOk="0">
                  <a:moveTo>
                    <a:pt x="3739" y="649"/>
                  </a:moveTo>
                  <a:lnTo>
                    <a:pt x="4584" y="1483"/>
                  </a:lnTo>
                  <a:lnTo>
                    <a:pt x="3965" y="2102"/>
                  </a:lnTo>
                  <a:lnTo>
                    <a:pt x="3132" y="1256"/>
                  </a:lnTo>
                  <a:lnTo>
                    <a:pt x="3739" y="649"/>
                  </a:lnTo>
                  <a:close/>
                  <a:moveTo>
                    <a:pt x="2894" y="1495"/>
                  </a:moveTo>
                  <a:lnTo>
                    <a:pt x="3727" y="2340"/>
                  </a:lnTo>
                  <a:lnTo>
                    <a:pt x="3120" y="2947"/>
                  </a:lnTo>
                  <a:lnTo>
                    <a:pt x="2287" y="2114"/>
                  </a:lnTo>
                  <a:lnTo>
                    <a:pt x="2894" y="1495"/>
                  </a:lnTo>
                  <a:close/>
                  <a:moveTo>
                    <a:pt x="4811" y="1733"/>
                  </a:moveTo>
                  <a:lnTo>
                    <a:pt x="5632" y="2542"/>
                  </a:lnTo>
                  <a:lnTo>
                    <a:pt x="5025" y="3161"/>
                  </a:lnTo>
                  <a:lnTo>
                    <a:pt x="4203" y="2340"/>
                  </a:lnTo>
                  <a:lnTo>
                    <a:pt x="4811" y="1733"/>
                  </a:lnTo>
                  <a:close/>
                  <a:moveTo>
                    <a:pt x="2037" y="2352"/>
                  </a:moveTo>
                  <a:lnTo>
                    <a:pt x="2882" y="3185"/>
                  </a:lnTo>
                  <a:lnTo>
                    <a:pt x="2263" y="3804"/>
                  </a:lnTo>
                  <a:lnTo>
                    <a:pt x="1429" y="2959"/>
                  </a:lnTo>
                  <a:lnTo>
                    <a:pt x="2037" y="2352"/>
                  </a:lnTo>
                  <a:close/>
                  <a:moveTo>
                    <a:pt x="3965" y="2578"/>
                  </a:moveTo>
                  <a:lnTo>
                    <a:pt x="4787" y="3399"/>
                  </a:lnTo>
                  <a:lnTo>
                    <a:pt x="4168" y="4007"/>
                  </a:lnTo>
                  <a:lnTo>
                    <a:pt x="3346" y="3185"/>
                  </a:lnTo>
                  <a:lnTo>
                    <a:pt x="3965" y="2578"/>
                  </a:lnTo>
                  <a:close/>
                  <a:moveTo>
                    <a:pt x="1191" y="3197"/>
                  </a:moveTo>
                  <a:lnTo>
                    <a:pt x="2025" y="4042"/>
                  </a:lnTo>
                  <a:lnTo>
                    <a:pt x="1513" y="4554"/>
                  </a:lnTo>
                  <a:lnTo>
                    <a:pt x="679" y="3709"/>
                  </a:lnTo>
                  <a:lnTo>
                    <a:pt x="1191" y="3197"/>
                  </a:lnTo>
                  <a:close/>
                  <a:moveTo>
                    <a:pt x="3108" y="3423"/>
                  </a:moveTo>
                  <a:lnTo>
                    <a:pt x="3930" y="4245"/>
                  </a:lnTo>
                  <a:lnTo>
                    <a:pt x="3322" y="4864"/>
                  </a:lnTo>
                  <a:lnTo>
                    <a:pt x="2501" y="4042"/>
                  </a:lnTo>
                  <a:lnTo>
                    <a:pt x="3108" y="3423"/>
                  </a:lnTo>
                  <a:close/>
                  <a:moveTo>
                    <a:pt x="2263" y="4281"/>
                  </a:moveTo>
                  <a:lnTo>
                    <a:pt x="3084" y="5102"/>
                  </a:lnTo>
                  <a:lnTo>
                    <a:pt x="2572" y="5614"/>
                  </a:lnTo>
                  <a:lnTo>
                    <a:pt x="1751" y="4793"/>
                  </a:lnTo>
                  <a:lnTo>
                    <a:pt x="2263" y="4281"/>
                  </a:lnTo>
                  <a:close/>
                  <a:moveTo>
                    <a:pt x="3494" y="0"/>
                  </a:moveTo>
                  <a:cubicBezTo>
                    <a:pt x="3450" y="0"/>
                    <a:pt x="3406" y="18"/>
                    <a:pt x="3370" y="54"/>
                  </a:cubicBezTo>
                  <a:cubicBezTo>
                    <a:pt x="3311" y="113"/>
                    <a:pt x="3311" y="221"/>
                    <a:pt x="3370" y="292"/>
                  </a:cubicBezTo>
                  <a:lnTo>
                    <a:pt x="3501" y="411"/>
                  </a:lnTo>
                  <a:lnTo>
                    <a:pt x="2882" y="1018"/>
                  </a:lnTo>
                  <a:lnTo>
                    <a:pt x="2394" y="518"/>
                  </a:lnTo>
                  <a:cubicBezTo>
                    <a:pt x="2358" y="488"/>
                    <a:pt x="2313" y="474"/>
                    <a:pt x="2270" y="474"/>
                  </a:cubicBezTo>
                  <a:cubicBezTo>
                    <a:pt x="2227" y="474"/>
                    <a:pt x="2185" y="488"/>
                    <a:pt x="2156" y="518"/>
                  </a:cubicBezTo>
                  <a:cubicBezTo>
                    <a:pt x="2084" y="590"/>
                    <a:pt x="2084" y="697"/>
                    <a:pt x="2156" y="756"/>
                  </a:cubicBezTo>
                  <a:lnTo>
                    <a:pt x="2656" y="1256"/>
                  </a:lnTo>
                  <a:lnTo>
                    <a:pt x="2037" y="1875"/>
                  </a:lnTo>
                  <a:lnTo>
                    <a:pt x="1441" y="1280"/>
                  </a:lnTo>
                  <a:cubicBezTo>
                    <a:pt x="1405" y="1241"/>
                    <a:pt x="1364" y="1225"/>
                    <a:pt x="1325" y="1225"/>
                  </a:cubicBezTo>
                  <a:cubicBezTo>
                    <a:pt x="1197" y="1225"/>
                    <a:pt x="1084" y="1400"/>
                    <a:pt x="1203" y="1518"/>
                  </a:cubicBezTo>
                  <a:lnTo>
                    <a:pt x="1798" y="2114"/>
                  </a:lnTo>
                  <a:lnTo>
                    <a:pt x="1203" y="2721"/>
                  </a:lnTo>
                  <a:lnTo>
                    <a:pt x="691" y="2221"/>
                  </a:lnTo>
                  <a:cubicBezTo>
                    <a:pt x="661" y="2191"/>
                    <a:pt x="620" y="2176"/>
                    <a:pt x="577" y="2176"/>
                  </a:cubicBezTo>
                  <a:cubicBezTo>
                    <a:pt x="533" y="2176"/>
                    <a:pt x="489" y="2191"/>
                    <a:pt x="453" y="2221"/>
                  </a:cubicBezTo>
                  <a:cubicBezTo>
                    <a:pt x="393" y="2292"/>
                    <a:pt x="393" y="2399"/>
                    <a:pt x="453" y="2459"/>
                  </a:cubicBezTo>
                  <a:lnTo>
                    <a:pt x="965" y="2959"/>
                  </a:lnTo>
                  <a:lnTo>
                    <a:pt x="441" y="3471"/>
                  </a:lnTo>
                  <a:lnTo>
                    <a:pt x="393" y="3411"/>
                  </a:lnTo>
                  <a:cubicBezTo>
                    <a:pt x="358" y="3382"/>
                    <a:pt x="313" y="3367"/>
                    <a:pt x="270" y="3367"/>
                  </a:cubicBezTo>
                  <a:cubicBezTo>
                    <a:pt x="227" y="3367"/>
                    <a:pt x="185" y="3382"/>
                    <a:pt x="155" y="3411"/>
                  </a:cubicBezTo>
                  <a:cubicBezTo>
                    <a:pt x="84" y="3483"/>
                    <a:pt x="84" y="3590"/>
                    <a:pt x="155" y="3650"/>
                  </a:cubicBezTo>
                  <a:lnTo>
                    <a:pt x="203" y="3709"/>
                  </a:lnTo>
                  <a:lnTo>
                    <a:pt x="120" y="3804"/>
                  </a:lnTo>
                  <a:cubicBezTo>
                    <a:pt x="0" y="3924"/>
                    <a:pt x="115" y="4093"/>
                    <a:pt x="244" y="4093"/>
                  </a:cubicBezTo>
                  <a:cubicBezTo>
                    <a:pt x="283" y="4093"/>
                    <a:pt x="322" y="4078"/>
                    <a:pt x="358" y="4042"/>
                  </a:cubicBezTo>
                  <a:lnTo>
                    <a:pt x="441" y="3947"/>
                  </a:lnTo>
                  <a:lnTo>
                    <a:pt x="1286" y="4793"/>
                  </a:lnTo>
                  <a:lnTo>
                    <a:pt x="894" y="5185"/>
                  </a:lnTo>
                  <a:cubicBezTo>
                    <a:pt x="774" y="5305"/>
                    <a:pt x="889" y="5474"/>
                    <a:pt x="1018" y="5474"/>
                  </a:cubicBezTo>
                  <a:cubicBezTo>
                    <a:pt x="1057" y="5474"/>
                    <a:pt x="1096" y="5459"/>
                    <a:pt x="1132" y="5424"/>
                  </a:cubicBezTo>
                  <a:lnTo>
                    <a:pt x="1525" y="5031"/>
                  </a:lnTo>
                  <a:lnTo>
                    <a:pt x="2346" y="5852"/>
                  </a:lnTo>
                  <a:lnTo>
                    <a:pt x="2263" y="5936"/>
                  </a:lnTo>
                  <a:cubicBezTo>
                    <a:pt x="2134" y="6055"/>
                    <a:pt x="2246" y="6224"/>
                    <a:pt x="2381" y="6224"/>
                  </a:cubicBezTo>
                  <a:cubicBezTo>
                    <a:pt x="2421" y="6224"/>
                    <a:pt x="2463" y="6209"/>
                    <a:pt x="2501" y="6174"/>
                  </a:cubicBezTo>
                  <a:lnTo>
                    <a:pt x="2584" y="6090"/>
                  </a:lnTo>
                  <a:lnTo>
                    <a:pt x="2656" y="6162"/>
                  </a:lnTo>
                  <a:cubicBezTo>
                    <a:pt x="2696" y="6202"/>
                    <a:pt x="2740" y="6218"/>
                    <a:pt x="2781" y="6218"/>
                  </a:cubicBezTo>
                  <a:cubicBezTo>
                    <a:pt x="2913" y="6218"/>
                    <a:pt x="3021" y="6050"/>
                    <a:pt x="2894" y="5924"/>
                  </a:cubicBezTo>
                  <a:lnTo>
                    <a:pt x="2822" y="5852"/>
                  </a:lnTo>
                  <a:lnTo>
                    <a:pt x="3334" y="5340"/>
                  </a:lnTo>
                  <a:lnTo>
                    <a:pt x="3858" y="5852"/>
                  </a:lnTo>
                  <a:cubicBezTo>
                    <a:pt x="3882" y="5888"/>
                    <a:pt x="3930" y="5912"/>
                    <a:pt x="3977" y="5912"/>
                  </a:cubicBezTo>
                  <a:cubicBezTo>
                    <a:pt x="4120" y="5912"/>
                    <a:pt x="4203" y="5721"/>
                    <a:pt x="4096" y="5614"/>
                  </a:cubicBezTo>
                  <a:lnTo>
                    <a:pt x="3572" y="5102"/>
                  </a:lnTo>
                  <a:lnTo>
                    <a:pt x="4180" y="4483"/>
                  </a:lnTo>
                  <a:lnTo>
                    <a:pt x="4799" y="5102"/>
                  </a:lnTo>
                  <a:cubicBezTo>
                    <a:pt x="4834" y="5137"/>
                    <a:pt x="4874" y="5152"/>
                    <a:pt x="4912" y="5152"/>
                  </a:cubicBezTo>
                  <a:cubicBezTo>
                    <a:pt x="5042" y="5152"/>
                    <a:pt x="5156" y="4983"/>
                    <a:pt x="5037" y="4864"/>
                  </a:cubicBezTo>
                  <a:lnTo>
                    <a:pt x="4418" y="4245"/>
                  </a:lnTo>
                  <a:lnTo>
                    <a:pt x="5037" y="3638"/>
                  </a:lnTo>
                  <a:lnTo>
                    <a:pt x="5561" y="4161"/>
                  </a:lnTo>
                  <a:cubicBezTo>
                    <a:pt x="5596" y="4197"/>
                    <a:pt x="5636" y="4212"/>
                    <a:pt x="5674" y="4212"/>
                  </a:cubicBezTo>
                  <a:cubicBezTo>
                    <a:pt x="5804" y="4212"/>
                    <a:pt x="5918" y="4043"/>
                    <a:pt x="5799" y="3923"/>
                  </a:cubicBezTo>
                  <a:lnTo>
                    <a:pt x="5275" y="3399"/>
                  </a:lnTo>
                  <a:lnTo>
                    <a:pt x="5882" y="2780"/>
                  </a:lnTo>
                  <a:lnTo>
                    <a:pt x="6037" y="2923"/>
                  </a:lnTo>
                  <a:cubicBezTo>
                    <a:pt x="6074" y="2963"/>
                    <a:pt x="6116" y="2980"/>
                    <a:pt x="6156" y="2980"/>
                  </a:cubicBezTo>
                  <a:cubicBezTo>
                    <a:pt x="6283" y="2980"/>
                    <a:pt x="6393" y="2812"/>
                    <a:pt x="6275" y="2685"/>
                  </a:cubicBezTo>
                  <a:lnTo>
                    <a:pt x="6263" y="2685"/>
                  </a:lnTo>
                  <a:lnTo>
                    <a:pt x="6108" y="2542"/>
                  </a:lnTo>
                  <a:lnTo>
                    <a:pt x="6168" y="2483"/>
                  </a:lnTo>
                  <a:cubicBezTo>
                    <a:pt x="6239" y="2423"/>
                    <a:pt x="6239" y="2316"/>
                    <a:pt x="6168" y="2245"/>
                  </a:cubicBezTo>
                  <a:cubicBezTo>
                    <a:pt x="6138" y="2215"/>
                    <a:pt x="6097" y="2200"/>
                    <a:pt x="6053" y="2200"/>
                  </a:cubicBezTo>
                  <a:cubicBezTo>
                    <a:pt x="6010" y="2200"/>
                    <a:pt x="5966" y="2215"/>
                    <a:pt x="5930" y="2245"/>
                  </a:cubicBezTo>
                  <a:lnTo>
                    <a:pt x="5870" y="2304"/>
                  </a:lnTo>
                  <a:lnTo>
                    <a:pt x="5049" y="1483"/>
                  </a:lnTo>
                  <a:lnTo>
                    <a:pt x="5454" y="1078"/>
                  </a:lnTo>
                  <a:cubicBezTo>
                    <a:pt x="5582" y="958"/>
                    <a:pt x="5470" y="789"/>
                    <a:pt x="5335" y="789"/>
                  </a:cubicBezTo>
                  <a:cubicBezTo>
                    <a:pt x="5295" y="789"/>
                    <a:pt x="5254" y="804"/>
                    <a:pt x="5216" y="840"/>
                  </a:cubicBezTo>
                  <a:lnTo>
                    <a:pt x="4811" y="1244"/>
                  </a:lnTo>
                  <a:lnTo>
                    <a:pt x="3977" y="411"/>
                  </a:lnTo>
                  <a:lnTo>
                    <a:pt x="4037" y="352"/>
                  </a:lnTo>
                  <a:cubicBezTo>
                    <a:pt x="4156" y="232"/>
                    <a:pt x="4042" y="63"/>
                    <a:pt x="3912" y="63"/>
                  </a:cubicBezTo>
                  <a:cubicBezTo>
                    <a:pt x="3874" y="63"/>
                    <a:pt x="3834" y="78"/>
                    <a:pt x="3799" y="113"/>
                  </a:cubicBezTo>
                  <a:lnTo>
                    <a:pt x="3739" y="173"/>
                  </a:lnTo>
                  <a:lnTo>
                    <a:pt x="3608" y="54"/>
                  </a:lnTo>
                  <a:cubicBezTo>
                    <a:pt x="3578" y="18"/>
                    <a:pt x="3537" y="0"/>
                    <a:pt x="3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3"/>
            <p:cNvSpPr/>
            <p:nvPr/>
          </p:nvSpPr>
          <p:spPr>
            <a:xfrm>
              <a:off x="5507184" y="1745300"/>
              <a:ext cx="230967" cy="228403"/>
            </a:xfrm>
            <a:custGeom>
              <a:avLst/>
              <a:gdLst/>
              <a:ahLst/>
              <a:cxnLst/>
              <a:rect l="l" t="t" r="r" b="b"/>
              <a:pathLst>
                <a:path w="4323" h="4275" extrusionOk="0">
                  <a:moveTo>
                    <a:pt x="3085" y="0"/>
                  </a:moveTo>
                  <a:lnTo>
                    <a:pt x="144" y="2941"/>
                  </a:lnTo>
                  <a:cubicBezTo>
                    <a:pt x="1" y="3084"/>
                    <a:pt x="1" y="3322"/>
                    <a:pt x="144" y="3465"/>
                  </a:cubicBezTo>
                  <a:lnTo>
                    <a:pt x="846" y="4168"/>
                  </a:lnTo>
                  <a:cubicBezTo>
                    <a:pt x="924" y="4239"/>
                    <a:pt x="1019" y="4275"/>
                    <a:pt x="1113" y="4275"/>
                  </a:cubicBezTo>
                  <a:cubicBezTo>
                    <a:pt x="1206" y="4275"/>
                    <a:pt x="1299" y="4239"/>
                    <a:pt x="1370" y="4168"/>
                  </a:cubicBezTo>
                  <a:lnTo>
                    <a:pt x="4323" y="1227"/>
                  </a:lnTo>
                  <a:lnTo>
                    <a:pt x="30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3"/>
            <p:cNvSpPr/>
            <p:nvPr/>
          </p:nvSpPr>
          <p:spPr>
            <a:xfrm>
              <a:off x="5526311" y="1784729"/>
              <a:ext cx="211840" cy="188973"/>
            </a:xfrm>
            <a:custGeom>
              <a:avLst/>
              <a:gdLst/>
              <a:ahLst/>
              <a:cxnLst/>
              <a:rect l="l" t="t" r="r" b="b"/>
              <a:pathLst>
                <a:path w="3965" h="3537" extrusionOk="0">
                  <a:moveTo>
                    <a:pt x="3465" y="1"/>
                  </a:moveTo>
                  <a:lnTo>
                    <a:pt x="524" y="2941"/>
                  </a:lnTo>
                  <a:cubicBezTo>
                    <a:pt x="452" y="3013"/>
                    <a:pt x="357" y="3049"/>
                    <a:pt x="262" y="3049"/>
                  </a:cubicBezTo>
                  <a:cubicBezTo>
                    <a:pt x="167" y="3049"/>
                    <a:pt x="72" y="3013"/>
                    <a:pt x="0" y="2942"/>
                  </a:cubicBezTo>
                  <a:lnTo>
                    <a:pt x="0" y="2942"/>
                  </a:lnTo>
                  <a:lnTo>
                    <a:pt x="488" y="3430"/>
                  </a:lnTo>
                  <a:cubicBezTo>
                    <a:pt x="566" y="3501"/>
                    <a:pt x="661" y="3537"/>
                    <a:pt x="755" y="3537"/>
                  </a:cubicBezTo>
                  <a:cubicBezTo>
                    <a:pt x="848" y="3537"/>
                    <a:pt x="941" y="3501"/>
                    <a:pt x="1012" y="3430"/>
                  </a:cubicBezTo>
                  <a:lnTo>
                    <a:pt x="3965" y="489"/>
                  </a:lnTo>
                  <a:lnTo>
                    <a:pt x="3465" y="1"/>
                  </a:lnTo>
                  <a:close/>
                </a:path>
              </a:pathLst>
            </a:custGeom>
            <a:solidFill>
              <a:srgbClr val="191919">
                <a:alpha val="12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3"/>
            <p:cNvSpPr/>
            <p:nvPr/>
          </p:nvSpPr>
          <p:spPr>
            <a:xfrm>
              <a:off x="5655445" y="1541100"/>
              <a:ext cx="286265" cy="286318"/>
            </a:xfrm>
            <a:custGeom>
              <a:avLst/>
              <a:gdLst/>
              <a:ahLst/>
              <a:cxnLst/>
              <a:rect l="l" t="t" r="r" b="b"/>
              <a:pathLst>
                <a:path w="5358" h="5359" extrusionOk="0">
                  <a:moveTo>
                    <a:pt x="2000" y="1"/>
                  </a:moveTo>
                  <a:cubicBezTo>
                    <a:pt x="1786" y="2334"/>
                    <a:pt x="0" y="4132"/>
                    <a:pt x="0" y="4132"/>
                  </a:cubicBezTo>
                  <a:lnTo>
                    <a:pt x="1226" y="5358"/>
                  </a:lnTo>
                  <a:cubicBezTo>
                    <a:pt x="1226" y="5358"/>
                    <a:pt x="3024" y="3572"/>
                    <a:pt x="5358" y="3370"/>
                  </a:cubicBezTo>
                  <a:lnTo>
                    <a:pt x="4572" y="2679"/>
                  </a:lnTo>
                  <a:cubicBezTo>
                    <a:pt x="3560" y="2846"/>
                    <a:pt x="2607" y="3430"/>
                    <a:pt x="2155" y="3739"/>
                  </a:cubicBezTo>
                  <a:cubicBezTo>
                    <a:pt x="2085" y="3789"/>
                    <a:pt x="2012" y="3811"/>
                    <a:pt x="1942" y="3811"/>
                  </a:cubicBezTo>
                  <a:cubicBezTo>
                    <a:pt x="1676" y="3811"/>
                    <a:pt x="1455" y="3500"/>
                    <a:pt x="1643" y="3227"/>
                  </a:cubicBezTo>
                  <a:cubicBezTo>
                    <a:pt x="1953" y="2775"/>
                    <a:pt x="2512" y="1810"/>
                    <a:pt x="2691" y="786"/>
                  </a:cubicBezTo>
                  <a:lnTo>
                    <a:pt x="20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5695516" y="1684232"/>
              <a:ext cx="246835" cy="143186"/>
            </a:xfrm>
            <a:custGeom>
              <a:avLst/>
              <a:gdLst/>
              <a:ahLst/>
              <a:cxnLst/>
              <a:rect l="l" t="t" r="r" b="b"/>
              <a:pathLst>
                <a:path w="4620" h="2680" extrusionOk="0">
                  <a:moveTo>
                    <a:pt x="3822" y="0"/>
                  </a:moveTo>
                  <a:cubicBezTo>
                    <a:pt x="2834" y="167"/>
                    <a:pt x="1905" y="727"/>
                    <a:pt x="1441" y="1036"/>
                  </a:cubicBezTo>
                  <a:cubicBezTo>
                    <a:pt x="929" y="1382"/>
                    <a:pt x="441" y="1763"/>
                    <a:pt x="0" y="2191"/>
                  </a:cubicBezTo>
                  <a:lnTo>
                    <a:pt x="488" y="2679"/>
                  </a:lnTo>
                  <a:cubicBezTo>
                    <a:pt x="488" y="2679"/>
                    <a:pt x="2286" y="893"/>
                    <a:pt x="4620" y="691"/>
                  </a:cubicBezTo>
                  <a:lnTo>
                    <a:pt x="3822" y="0"/>
                  </a:lnTo>
                  <a:close/>
                </a:path>
              </a:pathLst>
            </a:custGeom>
            <a:solidFill>
              <a:srgbClr val="191919">
                <a:alpha val="12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5740021" y="1359125"/>
              <a:ext cx="404606" cy="363521"/>
            </a:xfrm>
            <a:custGeom>
              <a:avLst/>
              <a:gdLst/>
              <a:ahLst/>
              <a:cxnLst/>
              <a:rect l="l" t="t" r="r" b="b"/>
              <a:pathLst>
                <a:path w="7573" h="6804" extrusionOk="0">
                  <a:moveTo>
                    <a:pt x="4210" y="702"/>
                  </a:moveTo>
                  <a:cubicBezTo>
                    <a:pt x="4823" y="702"/>
                    <a:pt x="5408" y="914"/>
                    <a:pt x="5847" y="1347"/>
                  </a:cubicBezTo>
                  <a:cubicBezTo>
                    <a:pt x="6823" y="2311"/>
                    <a:pt x="6692" y="4026"/>
                    <a:pt x="5549" y="5169"/>
                  </a:cubicBezTo>
                  <a:lnTo>
                    <a:pt x="5549" y="5157"/>
                  </a:lnTo>
                  <a:cubicBezTo>
                    <a:pt x="4926" y="5786"/>
                    <a:pt x="4127" y="6108"/>
                    <a:pt x="3373" y="6108"/>
                  </a:cubicBezTo>
                  <a:cubicBezTo>
                    <a:pt x="2758" y="6108"/>
                    <a:pt x="2172" y="5893"/>
                    <a:pt x="1739" y="5454"/>
                  </a:cubicBezTo>
                  <a:cubicBezTo>
                    <a:pt x="763" y="4490"/>
                    <a:pt x="894" y="2776"/>
                    <a:pt x="2037" y="1644"/>
                  </a:cubicBezTo>
                  <a:cubicBezTo>
                    <a:pt x="2660" y="1021"/>
                    <a:pt x="3457" y="702"/>
                    <a:pt x="4210" y="702"/>
                  </a:cubicBezTo>
                  <a:close/>
                  <a:moveTo>
                    <a:pt x="4202" y="1"/>
                  </a:moveTo>
                  <a:cubicBezTo>
                    <a:pt x="3269" y="1"/>
                    <a:pt x="2295" y="391"/>
                    <a:pt x="1536" y="1156"/>
                  </a:cubicBezTo>
                  <a:cubicBezTo>
                    <a:pt x="132" y="2561"/>
                    <a:pt x="1" y="4704"/>
                    <a:pt x="1239" y="5954"/>
                  </a:cubicBezTo>
                  <a:cubicBezTo>
                    <a:pt x="1808" y="6523"/>
                    <a:pt x="2570" y="6803"/>
                    <a:pt x="3365" y="6803"/>
                  </a:cubicBezTo>
                  <a:cubicBezTo>
                    <a:pt x="4299" y="6803"/>
                    <a:pt x="5278" y="6416"/>
                    <a:pt x="6037" y="5657"/>
                  </a:cubicBezTo>
                  <a:cubicBezTo>
                    <a:pt x="7442" y="4240"/>
                    <a:pt x="7573" y="2097"/>
                    <a:pt x="6335" y="859"/>
                  </a:cubicBezTo>
                  <a:cubicBezTo>
                    <a:pt x="5760" y="284"/>
                    <a:pt x="4996" y="1"/>
                    <a:pt x="4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3"/>
            <p:cNvSpPr/>
            <p:nvPr/>
          </p:nvSpPr>
          <p:spPr>
            <a:xfrm>
              <a:off x="5901586" y="1359125"/>
              <a:ext cx="243042" cy="362773"/>
            </a:xfrm>
            <a:custGeom>
              <a:avLst/>
              <a:gdLst/>
              <a:ahLst/>
              <a:cxnLst/>
              <a:rect l="l" t="t" r="r" b="b"/>
              <a:pathLst>
                <a:path w="4549" h="6790" extrusionOk="0">
                  <a:moveTo>
                    <a:pt x="1217" y="0"/>
                  </a:moveTo>
                  <a:cubicBezTo>
                    <a:pt x="1090" y="0"/>
                    <a:pt x="962" y="8"/>
                    <a:pt x="834" y="25"/>
                  </a:cubicBezTo>
                  <a:cubicBezTo>
                    <a:pt x="1501" y="85"/>
                    <a:pt x="2132" y="382"/>
                    <a:pt x="2620" y="859"/>
                  </a:cubicBezTo>
                  <a:cubicBezTo>
                    <a:pt x="3156" y="1394"/>
                    <a:pt x="3454" y="2121"/>
                    <a:pt x="3465" y="2883"/>
                  </a:cubicBezTo>
                  <a:lnTo>
                    <a:pt x="3465" y="3085"/>
                  </a:lnTo>
                  <a:cubicBezTo>
                    <a:pt x="3358" y="4990"/>
                    <a:pt x="1906" y="6550"/>
                    <a:pt x="1" y="6776"/>
                  </a:cubicBezTo>
                  <a:cubicBezTo>
                    <a:pt x="109" y="6785"/>
                    <a:pt x="218" y="6790"/>
                    <a:pt x="326" y="6790"/>
                  </a:cubicBezTo>
                  <a:cubicBezTo>
                    <a:pt x="1340" y="6790"/>
                    <a:pt x="2303" y="6389"/>
                    <a:pt x="3013" y="5657"/>
                  </a:cubicBezTo>
                  <a:cubicBezTo>
                    <a:pt x="4418" y="4252"/>
                    <a:pt x="4549" y="2109"/>
                    <a:pt x="3311" y="859"/>
                  </a:cubicBezTo>
                  <a:cubicBezTo>
                    <a:pt x="2748" y="306"/>
                    <a:pt x="1993" y="0"/>
                    <a:pt x="1217" y="0"/>
                  </a:cubicBezTo>
                  <a:close/>
                </a:path>
              </a:pathLst>
            </a:custGeom>
            <a:solidFill>
              <a:srgbClr val="191919">
                <a:alpha val="12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3"/>
            <p:cNvSpPr/>
            <p:nvPr/>
          </p:nvSpPr>
          <p:spPr>
            <a:xfrm>
              <a:off x="5835443" y="1773456"/>
              <a:ext cx="228403" cy="171021"/>
            </a:xfrm>
            <a:custGeom>
              <a:avLst/>
              <a:gdLst/>
              <a:ahLst/>
              <a:cxnLst/>
              <a:rect l="l" t="t" r="r" b="b"/>
              <a:pathLst>
                <a:path w="4275" h="3201" extrusionOk="0">
                  <a:moveTo>
                    <a:pt x="2139" y="0"/>
                  </a:moveTo>
                  <a:cubicBezTo>
                    <a:pt x="1730" y="0"/>
                    <a:pt x="1322" y="158"/>
                    <a:pt x="1013" y="474"/>
                  </a:cubicBezTo>
                  <a:cubicBezTo>
                    <a:pt x="0" y="1474"/>
                    <a:pt x="715" y="3200"/>
                    <a:pt x="2144" y="3200"/>
                  </a:cubicBezTo>
                  <a:cubicBezTo>
                    <a:pt x="3560" y="3200"/>
                    <a:pt x="4275" y="1474"/>
                    <a:pt x="3275" y="474"/>
                  </a:cubicBezTo>
                  <a:cubicBezTo>
                    <a:pt x="2959" y="158"/>
                    <a:pt x="2548" y="0"/>
                    <a:pt x="2139" y="0"/>
                  </a:cubicBezTo>
                  <a:close/>
                </a:path>
              </a:pathLst>
            </a:custGeom>
            <a:solidFill>
              <a:srgbClr val="AD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3"/>
            <p:cNvSpPr/>
            <p:nvPr/>
          </p:nvSpPr>
          <p:spPr>
            <a:xfrm>
              <a:off x="5856440" y="1773670"/>
              <a:ext cx="185767" cy="170701"/>
            </a:xfrm>
            <a:custGeom>
              <a:avLst/>
              <a:gdLst/>
              <a:ahLst/>
              <a:cxnLst/>
              <a:rect l="l" t="t" r="r" b="b"/>
              <a:pathLst>
                <a:path w="3477" h="3195" extrusionOk="0">
                  <a:moveTo>
                    <a:pt x="1740" y="1"/>
                  </a:moveTo>
                  <a:cubicBezTo>
                    <a:pt x="1181" y="1"/>
                    <a:pt x="648" y="295"/>
                    <a:pt x="358" y="803"/>
                  </a:cubicBezTo>
                  <a:cubicBezTo>
                    <a:pt x="358" y="803"/>
                    <a:pt x="548" y="1065"/>
                    <a:pt x="215" y="1148"/>
                  </a:cubicBezTo>
                  <a:cubicBezTo>
                    <a:pt x="0" y="1839"/>
                    <a:pt x="286" y="2577"/>
                    <a:pt x="905" y="2958"/>
                  </a:cubicBezTo>
                  <a:cubicBezTo>
                    <a:pt x="931" y="2950"/>
                    <a:pt x="956" y="2946"/>
                    <a:pt x="981" y="2946"/>
                  </a:cubicBezTo>
                  <a:cubicBezTo>
                    <a:pt x="1027" y="2946"/>
                    <a:pt x="1073" y="2959"/>
                    <a:pt x="1120" y="2982"/>
                  </a:cubicBezTo>
                  <a:cubicBezTo>
                    <a:pt x="1227" y="3041"/>
                    <a:pt x="1227" y="3113"/>
                    <a:pt x="1227" y="3113"/>
                  </a:cubicBezTo>
                  <a:cubicBezTo>
                    <a:pt x="1394" y="3168"/>
                    <a:pt x="1565" y="3194"/>
                    <a:pt x="1734" y="3194"/>
                  </a:cubicBezTo>
                  <a:cubicBezTo>
                    <a:pt x="2299" y="3194"/>
                    <a:pt x="2839" y="2900"/>
                    <a:pt x="3132" y="2386"/>
                  </a:cubicBezTo>
                  <a:cubicBezTo>
                    <a:pt x="3084" y="2101"/>
                    <a:pt x="3287" y="2041"/>
                    <a:pt x="3287" y="2041"/>
                  </a:cubicBezTo>
                  <a:cubicBezTo>
                    <a:pt x="3477" y="1363"/>
                    <a:pt x="3203" y="624"/>
                    <a:pt x="2596" y="243"/>
                  </a:cubicBezTo>
                  <a:cubicBezTo>
                    <a:pt x="2533" y="262"/>
                    <a:pt x="2482" y="269"/>
                    <a:pt x="2441" y="269"/>
                  </a:cubicBezTo>
                  <a:cubicBezTo>
                    <a:pt x="2238" y="269"/>
                    <a:pt x="2263" y="89"/>
                    <a:pt x="2263" y="89"/>
                  </a:cubicBezTo>
                  <a:cubicBezTo>
                    <a:pt x="2090" y="29"/>
                    <a:pt x="1914" y="1"/>
                    <a:pt x="17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3"/>
            <p:cNvSpPr/>
            <p:nvPr/>
          </p:nvSpPr>
          <p:spPr>
            <a:xfrm>
              <a:off x="5930864" y="1773616"/>
              <a:ext cx="111343" cy="170754"/>
            </a:xfrm>
            <a:custGeom>
              <a:avLst/>
              <a:gdLst/>
              <a:ahLst/>
              <a:cxnLst/>
              <a:rect l="l" t="t" r="r" b="b"/>
              <a:pathLst>
                <a:path w="2084" h="3196" extrusionOk="0">
                  <a:moveTo>
                    <a:pt x="343" y="0"/>
                  </a:moveTo>
                  <a:cubicBezTo>
                    <a:pt x="228" y="0"/>
                    <a:pt x="113" y="14"/>
                    <a:pt x="0" y="42"/>
                  </a:cubicBezTo>
                  <a:cubicBezTo>
                    <a:pt x="1548" y="387"/>
                    <a:pt x="1703" y="2530"/>
                    <a:pt x="227" y="3090"/>
                  </a:cubicBezTo>
                  <a:cubicBezTo>
                    <a:pt x="155" y="3114"/>
                    <a:pt x="72" y="3138"/>
                    <a:pt x="0" y="3161"/>
                  </a:cubicBezTo>
                  <a:cubicBezTo>
                    <a:pt x="113" y="3185"/>
                    <a:pt x="225" y="3196"/>
                    <a:pt x="336" y="3196"/>
                  </a:cubicBezTo>
                  <a:cubicBezTo>
                    <a:pt x="910" y="3196"/>
                    <a:pt x="1450" y="2896"/>
                    <a:pt x="1739" y="2387"/>
                  </a:cubicBezTo>
                  <a:cubicBezTo>
                    <a:pt x="1691" y="2102"/>
                    <a:pt x="1894" y="2042"/>
                    <a:pt x="1894" y="2042"/>
                  </a:cubicBezTo>
                  <a:lnTo>
                    <a:pt x="1882" y="2042"/>
                  </a:lnTo>
                  <a:cubicBezTo>
                    <a:pt x="2084" y="1364"/>
                    <a:pt x="1798" y="625"/>
                    <a:pt x="1191" y="244"/>
                  </a:cubicBezTo>
                  <a:cubicBezTo>
                    <a:pt x="1128" y="263"/>
                    <a:pt x="1078" y="271"/>
                    <a:pt x="1037" y="271"/>
                  </a:cubicBezTo>
                  <a:cubicBezTo>
                    <a:pt x="845" y="271"/>
                    <a:pt x="870" y="99"/>
                    <a:pt x="870" y="90"/>
                  </a:cubicBezTo>
                  <a:cubicBezTo>
                    <a:pt x="697" y="32"/>
                    <a:pt x="519" y="0"/>
                    <a:pt x="343" y="0"/>
                  </a:cubicBezTo>
                  <a:close/>
                </a:path>
              </a:pathLst>
            </a:custGeom>
            <a:solidFill>
              <a:srgbClr val="191919">
                <a:alpha val="12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5867873" y="1778371"/>
              <a:ext cx="127905" cy="56687"/>
            </a:xfrm>
            <a:custGeom>
              <a:avLst/>
              <a:gdLst/>
              <a:ahLst/>
              <a:cxnLst/>
              <a:rect l="l" t="t" r="r" b="b"/>
              <a:pathLst>
                <a:path w="2394" h="1061" extrusionOk="0">
                  <a:moveTo>
                    <a:pt x="2060" y="1"/>
                  </a:moveTo>
                  <a:cubicBezTo>
                    <a:pt x="1513" y="429"/>
                    <a:pt x="846" y="691"/>
                    <a:pt x="155" y="727"/>
                  </a:cubicBezTo>
                  <a:cubicBezTo>
                    <a:pt x="96" y="822"/>
                    <a:pt x="36" y="941"/>
                    <a:pt x="1" y="1060"/>
                  </a:cubicBezTo>
                  <a:lnTo>
                    <a:pt x="96" y="1060"/>
                  </a:lnTo>
                  <a:cubicBezTo>
                    <a:pt x="941" y="1036"/>
                    <a:pt x="1751" y="715"/>
                    <a:pt x="2382" y="155"/>
                  </a:cubicBezTo>
                  <a:lnTo>
                    <a:pt x="2394" y="155"/>
                  </a:lnTo>
                  <a:cubicBezTo>
                    <a:pt x="2287" y="96"/>
                    <a:pt x="2180" y="36"/>
                    <a:pt x="20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5904791" y="1882715"/>
              <a:ext cx="127264" cy="57274"/>
            </a:xfrm>
            <a:custGeom>
              <a:avLst/>
              <a:gdLst/>
              <a:ahLst/>
              <a:cxnLst/>
              <a:rect l="l" t="t" r="r" b="b"/>
              <a:pathLst>
                <a:path w="2382" h="1072" extrusionOk="0">
                  <a:moveTo>
                    <a:pt x="2382" y="0"/>
                  </a:moveTo>
                  <a:cubicBezTo>
                    <a:pt x="1500" y="0"/>
                    <a:pt x="655" y="322"/>
                    <a:pt x="0" y="917"/>
                  </a:cubicBezTo>
                  <a:cubicBezTo>
                    <a:pt x="96" y="977"/>
                    <a:pt x="215" y="1024"/>
                    <a:pt x="322" y="1072"/>
                  </a:cubicBezTo>
                  <a:cubicBezTo>
                    <a:pt x="869" y="631"/>
                    <a:pt x="1536" y="381"/>
                    <a:pt x="2227" y="345"/>
                  </a:cubicBezTo>
                  <a:cubicBezTo>
                    <a:pt x="2286" y="238"/>
                    <a:pt x="2346" y="119"/>
                    <a:pt x="2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" name="Google Shape;568;p33"/>
          <p:cNvGrpSpPr/>
          <p:nvPr/>
        </p:nvGrpSpPr>
        <p:grpSpPr>
          <a:xfrm>
            <a:off x="1639962" y="1796219"/>
            <a:ext cx="615164" cy="497357"/>
            <a:chOff x="2690925" y="1435593"/>
            <a:chExt cx="615164" cy="497357"/>
          </a:xfrm>
        </p:grpSpPr>
        <p:sp>
          <p:nvSpPr>
            <p:cNvPr id="569" name="Google Shape;569;p33"/>
            <p:cNvSpPr/>
            <p:nvPr/>
          </p:nvSpPr>
          <p:spPr>
            <a:xfrm>
              <a:off x="2690925" y="1890903"/>
              <a:ext cx="615164" cy="42047"/>
            </a:xfrm>
            <a:custGeom>
              <a:avLst/>
              <a:gdLst/>
              <a:ahLst/>
              <a:cxnLst/>
              <a:rect l="l" t="t" r="r" b="b"/>
              <a:pathLst>
                <a:path w="11514" h="787" extrusionOk="0">
                  <a:moveTo>
                    <a:pt x="144" y="1"/>
                  </a:moveTo>
                  <a:cubicBezTo>
                    <a:pt x="60" y="1"/>
                    <a:pt x="1" y="60"/>
                    <a:pt x="1" y="143"/>
                  </a:cubicBezTo>
                  <a:lnTo>
                    <a:pt x="1" y="644"/>
                  </a:lnTo>
                  <a:cubicBezTo>
                    <a:pt x="1" y="727"/>
                    <a:pt x="60" y="786"/>
                    <a:pt x="144" y="786"/>
                  </a:cubicBezTo>
                  <a:lnTo>
                    <a:pt x="11371" y="786"/>
                  </a:lnTo>
                  <a:cubicBezTo>
                    <a:pt x="11443" y="786"/>
                    <a:pt x="11514" y="727"/>
                    <a:pt x="11514" y="655"/>
                  </a:cubicBezTo>
                  <a:lnTo>
                    <a:pt x="11514" y="143"/>
                  </a:lnTo>
                  <a:cubicBezTo>
                    <a:pt x="11514" y="60"/>
                    <a:pt x="11443" y="1"/>
                    <a:pt x="113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3"/>
            <p:cNvSpPr/>
            <p:nvPr/>
          </p:nvSpPr>
          <p:spPr>
            <a:xfrm>
              <a:off x="3260889" y="1890903"/>
              <a:ext cx="45200" cy="42047"/>
            </a:xfrm>
            <a:custGeom>
              <a:avLst/>
              <a:gdLst/>
              <a:ahLst/>
              <a:cxnLst/>
              <a:rect l="l" t="t" r="r" b="b"/>
              <a:pathLst>
                <a:path w="846" h="787" extrusionOk="0">
                  <a:moveTo>
                    <a:pt x="1" y="1"/>
                  </a:moveTo>
                  <a:cubicBezTo>
                    <a:pt x="84" y="1"/>
                    <a:pt x="144" y="60"/>
                    <a:pt x="144" y="143"/>
                  </a:cubicBezTo>
                  <a:lnTo>
                    <a:pt x="144" y="655"/>
                  </a:lnTo>
                  <a:cubicBezTo>
                    <a:pt x="144" y="727"/>
                    <a:pt x="84" y="786"/>
                    <a:pt x="1" y="786"/>
                  </a:cubicBezTo>
                  <a:lnTo>
                    <a:pt x="703" y="786"/>
                  </a:lnTo>
                  <a:cubicBezTo>
                    <a:pt x="775" y="786"/>
                    <a:pt x="846" y="727"/>
                    <a:pt x="846" y="655"/>
                  </a:cubicBezTo>
                  <a:lnTo>
                    <a:pt x="846" y="143"/>
                  </a:lnTo>
                  <a:cubicBezTo>
                    <a:pt x="846" y="72"/>
                    <a:pt x="775" y="1"/>
                    <a:pt x="703" y="1"/>
                  </a:cubicBezTo>
                  <a:close/>
                </a:path>
              </a:pathLst>
            </a:custGeom>
            <a:solidFill>
              <a:srgbClr val="191919">
                <a:alpha val="12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2701771" y="1579741"/>
              <a:ext cx="375328" cy="273068"/>
            </a:xfrm>
            <a:custGeom>
              <a:avLst/>
              <a:gdLst/>
              <a:ahLst/>
              <a:cxnLst/>
              <a:rect l="l" t="t" r="r" b="b"/>
              <a:pathLst>
                <a:path w="7025" h="5111" extrusionOk="0">
                  <a:moveTo>
                    <a:pt x="6832" y="1"/>
                  </a:moveTo>
                  <a:cubicBezTo>
                    <a:pt x="6808" y="1"/>
                    <a:pt x="6785" y="5"/>
                    <a:pt x="6763" y="14"/>
                  </a:cubicBezTo>
                  <a:cubicBezTo>
                    <a:pt x="6251" y="312"/>
                    <a:pt x="5775" y="681"/>
                    <a:pt x="5358" y="1110"/>
                  </a:cubicBezTo>
                  <a:cubicBezTo>
                    <a:pt x="4393" y="2062"/>
                    <a:pt x="3643" y="3193"/>
                    <a:pt x="3131" y="4443"/>
                  </a:cubicBezTo>
                  <a:cubicBezTo>
                    <a:pt x="2738" y="3372"/>
                    <a:pt x="2191" y="2360"/>
                    <a:pt x="1488" y="1455"/>
                  </a:cubicBezTo>
                  <a:cubicBezTo>
                    <a:pt x="1143" y="1003"/>
                    <a:pt x="762" y="574"/>
                    <a:pt x="357" y="193"/>
                  </a:cubicBezTo>
                  <a:cubicBezTo>
                    <a:pt x="319" y="160"/>
                    <a:pt x="279" y="146"/>
                    <a:pt x="241" y="146"/>
                  </a:cubicBezTo>
                  <a:cubicBezTo>
                    <a:pt x="104" y="146"/>
                    <a:pt x="0" y="331"/>
                    <a:pt x="131" y="443"/>
                  </a:cubicBezTo>
                  <a:cubicBezTo>
                    <a:pt x="536" y="824"/>
                    <a:pt x="893" y="1229"/>
                    <a:pt x="1226" y="1669"/>
                  </a:cubicBezTo>
                  <a:cubicBezTo>
                    <a:pt x="2000" y="2658"/>
                    <a:pt x="2584" y="3789"/>
                    <a:pt x="2953" y="4991"/>
                  </a:cubicBezTo>
                  <a:cubicBezTo>
                    <a:pt x="2977" y="5063"/>
                    <a:pt x="3036" y="5110"/>
                    <a:pt x="3119" y="5110"/>
                  </a:cubicBezTo>
                  <a:cubicBezTo>
                    <a:pt x="3179" y="5110"/>
                    <a:pt x="3250" y="5075"/>
                    <a:pt x="3274" y="5003"/>
                  </a:cubicBezTo>
                  <a:cubicBezTo>
                    <a:pt x="3762" y="3634"/>
                    <a:pt x="4548" y="2384"/>
                    <a:pt x="5572" y="1360"/>
                  </a:cubicBezTo>
                  <a:cubicBezTo>
                    <a:pt x="5965" y="955"/>
                    <a:pt x="6418" y="598"/>
                    <a:pt x="6918" y="312"/>
                  </a:cubicBezTo>
                  <a:cubicBezTo>
                    <a:pt x="7001" y="276"/>
                    <a:pt x="7025" y="169"/>
                    <a:pt x="6989" y="86"/>
                  </a:cubicBezTo>
                  <a:lnTo>
                    <a:pt x="6989" y="86"/>
                  </a:lnTo>
                  <a:lnTo>
                    <a:pt x="7001" y="98"/>
                  </a:lnTo>
                  <a:cubicBezTo>
                    <a:pt x="6966" y="36"/>
                    <a:pt x="6898" y="1"/>
                    <a:pt x="6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3"/>
            <p:cNvSpPr/>
            <p:nvPr/>
          </p:nvSpPr>
          <p:spPr>
            <a:xfrm>
              <a:off x="3073893" y="1435593"/>
              <a:ext cx="227761" cy="171021"/>
            </a:xfrm>
            <a:custGeom>
              <a:avLst/>
              <a:gdLst/>
              <a:ahLst/>
              <a:cxnLst/>
              <a:rect l="l" t="t" r="r" b="b"/>
              <a:pathLst>
                <a:path w="4263" h="3201" extrusionOk="0">
                  <a:moveTo>
                    <a:pt x="2136" y="1"/>
                  </a:moveTo>
                  <a:cubicBezTo>
                    <a:pt x="1727" y="1"/>
                    <a:pt x="1316" y="158"/>
                    <a:pt x="1000" y="474"/>
                  </a:cubicBezTo>
                  <a:cubicBezTo>
                    <a:pt x="0" y="1474"/>
                    <a:pt x="715" y="3201"/>
                    <a:pt x="2131" y="3201"/>
                  </a:cubicBezTo>
                  <a:cubicBezTo>
                    <a:pt x="3560" y="3201"/>
                    <a:pt x="4263" y="1474"/>
                    <a:pt x="3263" y="474"/>
                  </a:cubicBezTo>
                  <a:cubicBezTo>
                    <a:pt x="2953" y="158"/>
                    <a:pt x="2545" y="1"/>
                    <a:pt x="2136" y="1"/>
                  </a:cubicBezTo>
                  <a:close/>
                </a:path>
              </a:pathLst>
            </a:custGeom>
            <a:solidFill>
              <a:srgbClr val="AD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3"/>
            <p:cNvSpPr/>
            <p:nvPr/>
          </p:nvSpPr>
          <p:spPr>
            <a:xfrm>
              <a:off x="3094249" y="1435860"/>
              <a:ext cx="185767" cy="170327"/>
            </a:xfrm>
            <a:custGeom>
              <a:avLst/>
              <a:gdLst/>
              <a:ahLst/>
              <a:cxnLst/>
              <a:rect l="l" t="t" r="r" b="b"/>
              <a:pathLst>
                <a:path w="3477" h="3188" extrusionOk="0">
                  <a:moveTo>
                    <a:pt x="1739" y="0"/>
                  </a:moveTo>
                  <a:cubicBezTo>
                    <a:pt x="1181" y="0"/>
                    <a:pt x="648" y="294"/>
                    <a:pt x="357" y="802"/>
                  </a:cubicBezTo>
                  <a:cubicBezTo>
                    <a:pt x="357" y="802"/>
                    <a:pt x="548" y="1064"/>
                    <a:pt x="203" y="1148"/>
                  </a:cubicBezTo>
                  <a:cubicBezTo>
                    <a:pt x="0" y="1826"/>
                    <a:pt x="286" y="2576"/>
                    <a:pt x="893" y="2945"/>
                  </a:cubicBezTo>
                  <a:cubicBezTo>
                    <a:pt x="911" y="2943"/>
                    <a:pt x="930" y="2941"/>
                    <a:pt x="948" y="2941"/>
                  </a:cubicBezTo>
                  <a:cubicBezTo>
                    <a:pt x="1005" y="2941"/>
                    <a:pt x="1063" y="2954"/>
                    <a:pt x="1107" y="2981"/>
                  </a:cubicBezTo>
                  <a:cubicBezTo>
                    <a:pt x="1215" y="3041"/>
                    <a:pt x="1227" y="3100"/>
                    <a:pt x="1227" y="3100"/>
                  </a:cubicBezTo>
                  <a:cubicBezTo>
                    <a:pt x="1399" y="3159"/>
                    <a:pt x="1575" y="3188"/>
                    <a:pt x="1748" y="3188"/>
                  </a:cubicBezTo>
                  <a:cubicBezTo>
                    <a:pt x="2307" y="3188"/>
                    <a:pt x="2841" y="2892"/>
                    <a:pt x="3132" y="2374"/>
                  </a:cubicBezTo>
                  <a:cubicBezTo>
                    <a:pt x="3084" y="2100"/>
                    <a:pt x="3274" y="2041"/>
                    <a:pt x="3274" y="2041"/>
                  </a:cubicBezTo>
                  <a:cubicBezTo>
                    <a:pt x="3477" y="1350"/>
                    <a:pt x="3203" y="612"/>
                    <a:pt x="2596" y="231"/>
                  </a:cubicBezTo>
                  <a:cubicBezTo>
                    <a:pt x="2527" y="253"/>
                    <a:pt x="2473" y="262"/>
                    <a:pt x="2430" y="262"/>
                  </a:cubicBezTo>
                  <a:cubicBezTo>
                    <a:pt x="2239" y="262"/>
                    <a:pt x="2262" y="88"/>
                    <a:pt x="2262" y="88"/>
                  </a:cubicBezTo>
                  <a:cubicBezTo>
                    <a:pt x="2090" y="29"/>
                    <a:pt x="1913" y="0"/>
                    <a:pt x="17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3"/>
            <p:cNvSpPr/>
            <p:nvPr/>
          </p:nvSpPr>
          <p:spPr>
            <a:xfrm>
              <a:off x="3168673" y="1435753"/>
              <a:ext cx="111343" cy="170434"/>
            </a:xfrm>
            <a:custGeom>
              <a:avLst/>
              <a:gdLst/>
              <a:ahLst/>
              <a:cxnLst/>
              <a:rect l="l" t="t" r="r" b="b"/>
              <a:pathLst>
                <a:path w="2084" h="3190" extrusionOk="0">
                  <a:moveTo>
                    <a:pt x="342" y="1"/>
                  </a:moveTo>
                  <a:cubicBezTo>
                    <a:pt x="228" y="1"/>
                    <a:pt x="113" y="14"/>
                    <a:pt x="0" y="42"/>
                  </a:cubicBezTo>
                  <a:cubicBezTo>
                    <a:pt x="1548" y="388"/>
                    <a:pt x="1703" y="2519"/>
                    <a:pt x="215" y="3090"/>
                  </a:cubicBezTo>
                  <a:cubicBezTo>
                    <a:pt x="143" y="3114"/>
                    <a:pt x="72" y="3138"/>
                    <a:pt x="0" y="3150"/>
                  </a:cubicBezTo>
                  <a:cubicBezTo>
                    <a:pt x="119" y="3176"/>
                    <a:pt x="238" y="3189"/>
                    <a:pt x="355" y="3189"/>
                  </a:cubicBezTo>
                  <a:cubicBezTo>
                    <a:pt x="921" y="3189"/>
                    <a:pt x="1452" y="2889"/>
                    <a:pt x="1739" y="2376"/>
                  </a:cubicBezTo>
                  <a:cubicBezTo>
                    <a:pt x="1691" y="2102"/>
                    <a:pt x="1881" y="2043"/>
                    <a:pt x="1881" y="2043"/>
                  </a:cubicBezTo>
                  <a:cubicBezTo>
                    <a:pt x="2084" y="1352"/>
                    <a:pt x="1798" y="614"/>
                    <a:pt x="1191" y="233"/>
                  </a:cubicBezTo>
                  <a:cubicBezTo>
                    <a:pt x="1125" y="255"/>
                    <a:pt x="1072" y="264"/>
                    <a:pt x="1029" y="264"/>
                  </a:cubicBezTo>
                  <a:cubicBezTo>
                    <a:pt x="842" y="264"/>
                    <a:pt x="857" y="90"/>
                    <a:pt x="857" y="90"/>
                  </a:cubicBezTo>
                  <a:cubicBezTo>
                    <a:pt x="692" y="32"/>
                    <a:pt x="517" y="1"/>
                    <a:pt x="342" y="1"/>
                  </a:cubicBezTo>
                  <a:close/>
                </a:path>
              </a:pathLst>
            </a:custGeom>
            <a:solidFill>
              <a:srgbClr val="191919">
                <a:alpha val="12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3"/>
            <p:cNvSpPr/>
            <p:nvPr/>
          </p:nvSpPr>
          <p:spPr>
            <a:xfrm>
              <a:off x="3105682" y="1439921"/>
              <a:ext cx="127264" cy="56633"/>
            </a:xfrm>
            <a:custGeom>
              <a:avLst/>
              <a:gdLst/>
              <a:ahLst/>
              <a:cxnLst/>
              <a:rect l="l" t="t" r="r" b="b"/>
              <a:pathLst>
                <a:path w="2382" h="1060" extrusionOk="0">
                  <a:moveTo>
                    <a:pt x="2048" y="0"/>
                  </a:moveTo>
                  <a:cubicBezTo>
                    <a:pt x="1513" y="441"/>
                    <a:pt x="846" y="691"/>
                    <a:pt x="143" y="726"/>
                  </a:cubicBezTo>
                  <a:cubicBezTo>
                    <a:pt x="84" y="834"/>
                    <a:pt x="36" y="941"/>
                    <a:pt x="1" y="1060"/>
                  </a:cubicBezTo>
                  <a:lnTo>
                    <a:pt x="84" y="1060"/>
                  </a:lnTo>
                  <a:cubicBezTo>
                    <a:pt x="501" y="1060"/>
                    <a:pt x="893" y="976"/>
                    <a:pt x="1274" y="834"/>
                  </a:cubicBezTo>
                  <a:cubicBezTo>
                    <a:pt x="1679" y="679"/>
                    <a:pt x="2060" y="453"/>
                    <a:pt x="2382" y="167"/>
                  </a:cubicBezTo>
                  <a:lnTo>
                    <a:pt x="2382" y="155"/>
                  </a:lnTo>
                  <a:cubicBezTo>
                    <a:pt x="2275" y="95"/>
                    <a:pt x="2167" y="48"/>
                    <a:pt x="20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3"/>
            <p:cNvSpPr/>
            <p:nvPr/>
          </p:nvSpPr>
          <p:spPr>
            <a:xfrm>
              <a:off x="3142601" y="1544852"/>
              <a:ext cx="126623" cy="56687"/>
            </a:xfrm>
            <a:custGeom>
              <a:avLst/>
              <a:gdLst/>
              <a:ahLst/>
              <a:cxnLst/>
              <a:rect l="l" t="t" r="r" b="b"/>
              <a:pathLst>
                <a:path w="2370" h="1061" extrusionOk="0">
                  <a:moveTo>
                    <a:pt x="2369" y="1"/>
                  </a:moveTo>
                  <a:cubicBezTo>
                    <a:pt x="2368" y="5"/>
                    <a:pt x="2367" y="9"/>
                    <a:pt x="2366" y="12"/>
                  </a:cubicBezTo>
                  <a:lnTo>
                    <a:pt x="2366" y="12"/>
                  </a:lnTo>
                  <a:cubicBezTo>
                    <a:pt x="2367" y="12"/>
                    <a:pt x="2368" y="12"/>
                    <a:pt x="2369" y="13"/>
                  </a:cubicBezTo>
                  <a:lnTo>
                    <a:pt x="2369" y="1"/>
                  </a:lnTo>
                  <a:close/>
                  <a:moveTo>
                    <a:pt x="2288" y="11"/>
                  </a:moveTo>
                  <a:cubicBezTo>
                    <a:pt x="1887" y="11"/>
                    <a:pt x="1487" y="94"/>
                    <a:pt x="1107" y="239"/>
                  </a:cubicBezTo>
                  <a:cubicBezTo>
                    <a:pt x="691" y="394"/>
                    <a:pt x="322" y="620"/>
                    <a:pt x="0" y="917"/>
                  </a:cubicBezTo>
                  <a:cubicBezTo>
                    <a:pt x="95" y="977"/>
                    <a:pt x="214" y="1025"/>
                    <a:pt x="333" y="1060"/>
                  </a:cubicBezTo>
                  <a:cubicBezTo>
                    <a:pt x="595" y="846"/>
                    <a:pt x="893" y="667"/>
                    <a:pt x="1226" y="548"/>
                  </a:cubicBezTo>
                  <a:cubicBezTo>
                    <a:pt x="1536" y="417"/>
                    <a:pt x="1881" y="346"/>
                    <a:pt x="2227" y="334"/>
                  </a:cubicBezTo>
                  <a:cubicBezTo>
                    <a:pt x="2284" y="230"/>
                    <a:pt x="2331" y="127"/>
                    <a:pt x="2366" y="12"/>
                  </a:cubicBezTo>
                  <a:lnTo>
                    <a:pt x="2366" y="12"/>
                  </a:lnTo>
                  <a:cubicBezTo>
                    <a:pt x="2340" y="12"/>
                    <a:pt x="2314" y="11"/>
                    <a:pt x="2288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619;p34">
            <a:extLst>
              <a:ext uri="{FF2B5EF4-FFF2-40B4-BE49-F238E27FC236}">
                <a16:creationId xmlns:a16="http://schemas.microsoft.com/office/drawing/2014/main" id="{771E0F2D-97E5-AC1C-AA89-C86DDF757162}"/>
              </a:ext>
            </a:extLst>
          </p:cNvPr>
          <p:cNvGrpSpPr/>
          <p:nvPr/>
        </p:nvGrpSpPr>
        <p:grpSpPr>
          <a:xfrm>
            <a:off x="6977495" y="1774722"/>
            <a:ext cx="515697" cy="384532"/>
            <a:chOff x="1515650" y="1976025"/>
            <a:chExt cx="290550" cy="216650"/>
          </a:xfrm>
        </p:grpSpPr>
        <p:sp>
          <p:nvSpPr>
            <p:cNvPr id="7" name="Google Shape;620;p34">
              <a:extLst>
                <a:ext uri="{FF2B5EF4-FFF2-40B4-BE49-F238E27FC236}">
                  <a16:creationId xmlns:a16="http://schemas.microsoft.com/office/drawing/2014/main" id="{71055739-15E7-BA14-5BAE-98738FE1BEF0}"/>
                </a:ext>
              </a:extLst>
            </p:cNvPr>
            <p:cNvSpPr/>
            <p:nvPr/>
          </p:nvSpPr>
          <p:spPr>
            <a:xfrm>
              <a:off x="1515650" y="2057150"/>
              <a:ext cx="290550" cy="135525"/>
            </a:xfrm>
            <a:custGeom>
              <a:avLst/>
              <a:gdLst/>
              <a:ahLst/>
              <a:cxnLst/>
              <a:rect l="l" t="t" r="r" b="b"/>
              <a:pathLst>
                <a:path w="11622" h="5421" extrusionOk="0">
                  <a:moveTo>
                    <a:pt x="1620" y="1373"/>
                  </a:moveTo>
                  <a:lnTo>
                    <a:pt x="1620" y="2051"/>
                  </a:lnTo>
                  <a:lnTo>
                    <a:pt x="953" y="2051"/>
                  </a:lnTo>
                  <a:lnTo>
                    <a:pt x="953" y="1373"/>
                  </a:lnTo>
                  <a:close/>
                  <a:moveTo>
                    <a:pt x="2620" y="1373"/>
                  </a:moveTo>
                  <a:lnTo>
                    <a:pt x="2620" y="2051"/>
                  </a:lnTo>
                  <a:lnTo>
                    <a:pt x="1953" y="2051"/>
                  </a:lnTo>
                  <a:lnTo>
                    <a:pt x="1953" y="1373"/>
                  </a:lnTo>
                  <a:close/>
                  <a:moveTo>
                    <a:pt x="3632" y="1373"/>
                  </a:moveTo>
                  <a:lnTo>
                    <a:pt x="3632" y="2051"/>
                  </a:lnTo>
                  <a:lnTo>
                    <a:pt x="2965" y="2051"/>
                  </a:lnTo>
                  <a:lnTo>
                    <a:pt x="2965" y="1373"/>
                  </a:lnTo>
                  <a:close/>
                  <a:moveTo>
                    <a:pt x="4632" y="1373"/>
                  </a:moveTo>
                  <a:lnTo>
                    <a:pt x="4632" y="2051"/>
                  </a:lnTo>
                  <a:lnTo>
                    <a:pt x="3965" y="2051"/>
                  </a:lnTo>
                  <a:lnTo>
                    <a:pt x="3965" y="1373"/>
                  </a:lnTo>
                  <a:close/>
                  <a:moveTo>
                    <a:pt x="5632" y="1373"/>
                  </a:moveTo>
                  <a:lnTo>
                    <a:pt x="5632" y="2051"/>
                  </a:lnTo>
                  <a:lnTo>
                    <a:pt x="4966" y="2051"/>
                  </a:lnTo>
                  <a:lnTo>
                    <a:pt x="4966" y="1373"/>
                  </a:lnTo>
                  <a:close/>
                  <a:moveTo>
                    <a:pt x="6632" y="1373"/>
                  </a:moveTo>
                  <a:lnTo>
                    <a:pt x="6632" y="2051"/>
                  </a:lnTo>
                  <a:lnTo>
                    <a:pt x="5978" y="2051"/>
                  </a:lnTo>
                  <a:lnTo>
                    <a:pt x="5978" y="1373"/>
                  </a:lnTo>
                  <a:close/>
                  <a:moveTo>
                    <a:pt x="7644" y="1373"/>
                  </a:moveTo>
                  <a:lnTo>
                    <a:pt x="7644" y="2051"/>
                  </a:lnTo>
                  <a:lnTo>
                    <a:pt x="6978" y="2051"/>
                  </a:lnTo>
                  <a:lnTo>
                    <a:pt x="6978" y="1373"/>
                  </a:lnTo>
                  <a:close/>
                  <a:moveTo>
                    <a:pt x="8645" y="1373"/>
                  </a:moveTo>
                  <a:lnTo>
                    <a:pt x="8645" y="2051"/>
                  </a:lnTo>
                  <a:lnTo>
                    <a:pt x="7990" y="2051"/>
                  </a:lnTo>
                  <a:lnTo>
                    <a:pt x="7990" y="1373"/>
                  </a:lnTo>
                  <a:close/>
                  <a:moveTo>
                    <a:pt x="9657" y="1373"/>
                  </a:moveTo>
                  <a:lnTo>
                    <a:pt x="9657" y="2051"/>
                  </a:lnTo>
                  <a:lnTo>
                    <a:pt x="8990" y="2051"/>
                  </a:lnTo>
                  <a:lnTo>
                    <a:pt x="8990" y="1373"/>
                  </a:lnTo>
                  <a:close/>
                  <a:moveTo>
                    <a:pt x="10669" y="1373"/>
                  </a:moveTo>
                  <a:lnTo>
                    <a:pt x="10669" y="2051"/>
                  </a:lnTo>
                  <a:lnTo>
                    <a:pt x="9990" y="2051"/>
                  </a:lnTo>
                  <a:lnTo>
                    <a:pt x="9990" y="1373"/>
                  </a:lnTo>
                  <a:close/>
                  <a:moveTo>
                    <a:pt x="1620" y="2385"/>
                  </a:moveTo>
                  <a:lnTo>
                    <a:pt x="1620" y="3064"/>
                  </a:lnTo>
                  <a:lnTo>
                    <a:pt x="953" y="3064"/>
                  </a:lnTo>
                  <a:lnTo>
                    <a:pt x="953" y="2385"/>
                  </a:lnTo>
                  <a:close/>
                  <a:moveTo>
                    <a:pt x="2632" y="2385"/>
                  </a:moveTo>
                  <a:lnTo>
                    <a:pt x="2620" y="3064"/>
                  </a:lnTo>
                  <a:lnTo>
                    <a:pt x="1953" y="3064"/>
                  </a:lnTo>
                  <a:lnTo>
                    <a:pt x="1953" y="2385"/>
                  </a:lnTo>
                  <a:close/>
                  <a:moveTo>
                    <a:pt x="3632" y="2385"/>
                  </a:moveTo>
                  <a:lnTo>
                    <a:pt x="3632" y="3064"/>
                  </a:lnTo>
                  <a:lnTo>
                    <a:pt x="2965" y="3064"/>
                  </a:lnTo>
                  <a:lnTo>
                    <a:pt x="2965" y="2385"/>
                  </a:lnTo>
                  <a:close/>
                  <a:moveTo>
                    <a:pt x="4632" y="2385"/>
                  </a:moveTo>
                  <a:lnTo>
                    <a:pt x="4632" y="3064"/>
                  </a:lnTo>
                  <a:lnTo>
                    <a:pt x="3965" y="3064"/>
                  </a:lnTo>
                  <a:lnTo>
                    <a:pt x="3965" y="2385"/>
                  </a:lnTo>
                  <a:close/>
                  <a:moveTo>
                    <a:pt x="5632" y="2385"/>
                  </a:moveTo>
                  <a:lnTo>
                    <a:pt x="5632" y="3064"/>
                  </a:lnTo>
                  <a:lnTo>
                    <a:pt x="4966" y="3064"/>
                  </a:lnTo>
                  <a:lnTo>
                    <a:pt x="4966" y="2385"/>
                  </a:lnTo>
                  <a:close/>
                  <a:moveTo>
                    <a:pt x="6644" y="2385"/>
                  </a:moveTo>
                  <a:lnTo>
                    <a:pt x="6632" y="3064"/>
                  </a:lnTo>
                  <a:lnTo>
                    <a:pt x="5978" y="3064"/>
                  </a:lnTo>
                  <a:lnTo>
                    <a:pt x="5978" y="2385"/>
                  </a:lnTo>
                  <a:close/>
                  <a:moveTo>
                    <a:pt x="7644" y="2385"/>
                  </a:moveTo>
                  <a:lnTo>
                    <a:pt x="7644" y="3064"/>
                  </a:lnTo>
                  <a:lnTo>
                    <a:pt x="6978" y="3064"/>
                  </a:lnTo>
                  <a:lnTo>
                    <a:pt x="6978" y="2385"/>
                  </a:lnTo>
                  <a:close/>
                  <a:moveTo>
                    <a:pt x="8645" y="2385"/>
                  </a:moveTo>
                  <a:lnTo>
                    <a:pt x="8645" y="3064"/>
                  </a:lnTo>
                  <a:lnTo>
                    <a:pt x="7978" y="3064"/>
                  </a:lnTo>
                  <a:lnTo>
                    <a:pt x="7978" y="2385"/>
                  </a:lnTo>
                  <a:close/>
                  <a:moveTo>
                    <a:pt x="9645" y="2385"/>
                  </a:moveTo>
                  <a:lnTo>
                    <a:pt x="9645" y="3064"/>
                  </a:lnTo>
                  <a:lnTo>
                    <a:pt x="8978" y="3064"/>
                  </a:lnTo>
                  <a:lnTo>
                    <a:pt x="8978" y="2385"/>
                  </a:lnTo>
                  <a:close/>
                  <a:moveTo>
                    <a:pt x="10669" y="2385"/>
                  </a:moveTo>
                  <a:lnTo>
                    <a:pt x="10669" y="3064"/>
                  </a:lnTo>
                  <a:lnTo>
                    <a:pt x="9990" y="3064"/>
                  </a:lnTo>
                  <a:lnTo>
                    <a:pt x="9990" y="2385"/>
                  </a:lnTo>
                  <a:close/>
                  <a:moveTo>
                    <a:pt x="2620" y="3397"/>
                  </a:moveTo>
                  <a:lnTo>
                    <a:pt x="2620" y="4064"/>
                  </a:lnTo>
                  <a:lnTo>
                    <a:pt x="1953" y="4064"/>
                  </a:lnTo>
                  <a:lnTo>
                    <a:pt x="1953" y="3397"/>
                  </a:lnTo>
                  <a:close/>
                  <a:moveTo>
                    <a:pt x="3632" y="3397"/>
                  </a:moveTo>
                  <a:lnTo>
                    <a:pt x="3632" y="4064"/>
                  </a:lnTo>
                  <a:lnTo>
                    <a:pt x="2965" y="4064"/>
                  </a:lnTo>
                  <a:lnTo>
                    <a:pt x="2965" y="3397"/>
                  </a:lnTo>
                  <a:close/>
                  <a:moveTo>
                    <a:pt x="4632" y="3397"/>
                  </a:moveTo>
                  <a:lnTo>
                    <a:pt x="4632" y="4064"/>
                  </a:lnTo>
                  <a:lnTo>
                    <a:pt x="3965" y="4064"/>
                  </a:lnTo>
                  <a:lnTo>
                    <a:pt x="3965" y="3397"/>
                  </a:lnTo>
                  <a:close/>
                  <a:moveTo>
                    <a:pt x="5632" y="3397"/>
                  </a:moveTo>
                  <a:lnTo>
                    <a:pt x="5632" y="4064"/>
                  </a:lnTo>
                  <a:lnTo>
                    <a:pt x="4966" y="4064"/>
                  </a:lnTo>
                  <a:lnTo>
                    <a:pt x="4966" y="3397"/>
                  </a:lnTo>
                  <a:close/>
                  <a:moveTo>
                    <a:pt x="6644" y="3397"/>
                  </a:moveTo>
                  <a:lnTo>
                    <a:pt x="6644" y="4064"/>
                  </a:lnTo>
                  <a:lnTo>
                    <a:pt x="5978" y="4064"/>
                  </a:lnTo>
                  <a:lnTo>
                    <a:pt x="5978" y="3397"/>
                  </a:lnTo>
                  <a:close/>
                  <a:moveTo>
                    <a:pt x="7644" y="3397"/>
                  </a:moveTo>
                  <a:lnTo>
                    <a:pt x="7644" y="4064"/>
                  </a:lnTo>
                  <a:lnTo>
                    <a:pt x="6978" y="4064"/>
                  </a:lnTo>
                  <a:lnTo>
                    <a:pt x="6978" y="3397"/>
                  </a:lnTo>
                  <a:close/>
                  <a:moveTo>
                    <a:pt x="8645" y="3397"/>
                  </a:moveTo>
                  <a:lnTo>
                    <a:pt x="8645" y="4064"/>
                  </a:lnTo>
                  <a:lnTo>
                    <a:pt x="7990" y="4064"/>
                  </a:lnTo>
                  <a:lnTo>
                    <a:pt x="7978" y="3397"/>
                  </a:lnTo>
                  <a:close/>
                  <a:moveTo>
                    <a:pt x="1620" y="3397"/>
                  </a:moveTo>
                  <a:lnTo>
                    <a:pt x="1620" y="4076"/>
                  </a:lnTo>
                  <a:lnTo>
                    <a:pt x="953" y="4076"/>
                  </a:lnTo>
                  <a:lnTo>
                    <a:pt x="953" y="3397"/>
                  </a:lnTo>
                  <a:close/>
                  <a:moveTo>
                    <a:pt x="9645" y="3397"/>
                  </a:moveTo>
                  <a:lnTo>
                    <a:pt x="9645" y="4076"/>
                  </a:lnTo>
                  <a:lnTo>
                    <a:pt x="8978" y="4076"/>
                  </a:lnTo>
                  <a:lnTo>
                    <a:pt x="8978" y="3397"/>
                  </a:lnTo>
                  <a:close/>
                  <a:moveTo>
                    <a:pt x="10669" y="3397"/>
                  </a:moveTo>
                  <a:lnTo>
                    <a:pt x="10669" y="4076"/>
                  </a:lnTo>
                  <a:lnTo>
                    <a:pt x="9990" y="4076"/>
                  </a:lnTo>
                  <a:lnTo>
                    <a:pt x="9990" y="3397"/>
                  </a:lnTo>
                  <a:close/>
                  <a:moveTo>
                    <a:pt x="1620" y="4409"/>
                  </a:moveTo>
                  <a:lnTo>
                    <a:pt x="1620" y="5076"/>
                  </a:lnTo>
                  <a:lnTo>
                    <a:pt x="953" y="5076"/>
                  </a:lnTo>
                  <a:lnTo>
                    <a:pt x="953" y="4409"/>
                  </a:lnTo>
                  <a:close/>
                  <a:moveTo>
                    <a:pt x="2620" y="4409"/>
                  </a:moveTo>
                  <a:lnTo>
                    <a:pt x="2620" y="5076"/>
                  </a:lnTo>
                  <a:lnTo>
                    <a:pt x="1953" y="5076"/>
                  </a:lnTo>
                  <a:lnTo>
                    <a:pt x="1953" y="4409"/>
                  </a:lnTo>
                  <a:close/>
                  <a:moveTo>
                    <a:pt x="3632" y="4409"/>
                  </a:moveTo>
                  <a:lnTo>
                    <a:pt x="3632" y="5076"/>
                  </a:lnTo>
                  <a:lnTo>
                    <a:pt x="2965" y="5076"/>
                  </a:lnTo>
                  <a:lnTo>
                    <a:pt x="2965" y="4409"/>
                  </a:lnTo>
                  <a:close/>
                  <a:moveTo>
                    <a:pt x="4632" y="4409"/>
                  </a:moveTo>
                  <a:lnTo>
                    <a:pt x="4632" y="5076"/>
                  </a:lnTo>
                  <a:lnTo>
                    <a:pt x="3965" y="5076"/>
                  </a:lnTo>
                  <a:lnTo>
                    <a:pt x="3965" y="4409"/>
                  </a:lnTo>
                  <a:close/>
                  <a:moveTo>
                    <a:pt x="5632" y="4409"/>
                  </a:moveTo>
                  <a:lnTo>
                    <a:pt x="5632" y="5076"/>
                  </a:lnTo>
                  <a:lnTo>
                    <a:pt x="4966" y="5076"/>
                  </a:lnTo>
                  <a:lnTo>
                    <a:pt x="4966" y="4409"/>
                  </a:lnTo>
                  <a:close/>
                  <a:moveTo>
                    <a:pt x="6644" y="4409"/>
                  </a:moveTo>
                  <a:lnTo>
                    <a:pt x="6644" y="5076"/>
                  </a:lnTo>
                  <a:lnTo>
                    <a:pt x="5978" y="5076"/>
                  </a:lnTo>
                  <a:lnTo>
                    <a:pt x="5978" y="4409"/>
                  </a:lnTo>
                  <a:close/>
                  <a:moveTo>
                    <a:pt x="7644" y="4409"/>
                  </a:moveTo>
                  <a:lnTo>
                    <a:pt x="7644" y="5076"/>
                  </a:lnTo>
                  <a:lnTo>
                    <a:pt x="6978" y="5076"/>
                  </a:lnTo>
                  <a:lnTo>
                    <a:pt x="6978" y="4409"/>
                  </a:lnTo>
                  <a:close/>
                  <a:moveTo>
                    <a:pt x="8645" y="4409"/>
                  </a:moveTo>
                  <a:lnTo>
                    <a:pt x="8645" y="5076"/>
                  </a:lnTo>
                  <a:lnTo>
                    <a:pt x="7990" y="5076"/>
                  </a:lnTo>
                  <a:lnTo>
                    <a:pt x="7978" y="4409"/>
                  </a:lnTo>
                  <a:close/>
                  <a:moveTo>
                    <a:pt x="9645" y="4409"/>
                  </a:moveTo>
                  <a:lnTo>
                    <a:pt x="9645" y="5076"/>
                  </a:lnTo>
                  <a:lnTo>
                    <a:pt x="8978" y="5076"/>
                  </a:lnTo>
                  <a:lnTo>
                    <a:pt x="8978" y="4409"/>
                  </a:lnTo>
                  <a:close/>
                  <a:moveTo>
                    <a:pt x="10669" y="4409"/>
                  </a:moveTo>
                  <a:lnTo>
                    <a:pt x="10669" y="5076"/>
                  </a:lnTo>
                  <a:lnTo>
                    <a:pt x="9990" y="5076"/>
                  </a:lnTo>
                  <a:lnTo>
                    <a:pt x="9990" y="4409"/>
                  </a:lnTo>
                  <a:close/>
                  <a:moveTo>
                    <a:pt x="2799" y="1"/>
                  </a:moveTo>
                  <a:cubicBezTo>
                    <a:pt x="2715" y="1"/>
                    <a:pt x="2632" y="57"/>
                    <a:pt x="2632" y="170"/>
                  </a:cubicBezTo>
                  <a:lnTo>
                    <a:pt x="2632" y="1039"/>
                  </a:lnTo>
                  <a:lnTo>
                    <a:pt x="1965" y="1039"/>
                  </a:lnTo>
                  <a:lnTo>
                    <a:pt x="1965" y="170"/>
                  </a:lnTo>
                  <a:cubicBezTo>
                    <a:pt x="1953" y="69"/>
                    <a:pt x="1873" y="19"/>
                    <a:pt x="1794" y="19"/>
                  </a:cubicBezTo>
                  <a:cubicBezTo>
                    <a:pt x="1715" y="19"/>
                    <a:pt x="1638" y="69"/>
                    <a:pt x="1632" y="170"/>
                  </a:cubicBezTo>
                  <a:lnTo>
                    <a:pt x="1632" y="1039"/>
                  </a:lnTo>
                  <a:lnTo>
                    <a:pt x="965" y="1039"/>
                  </a:lnTo>
                  <a:lnTo>
                    <a:pt x="965" y="170"/>
                  </a:lnTo>
                  <a:cubicBezTo>
                    <a:pt x="953" y="69"/>
                    <a:pt x="873" y="19"/>
                    <a:pt x="792" y="19"/>
                  </a:cubicBezTo>
                  <a:cubicBezTo>
                    <a:pt x="712" y="19"/>
                    <a:pt x="632" y="69"/>
                    <a:pt x="620" y="170"/>
                  </a:cubicBezTo>
                  <a:lnTo>
                    <a:pt x="620" y="1039"/>
                  </a:lnTo>
                  <a:lnTo>
                    <a:pt x="227" y="1039"/>
                  </a:lnTo>
                  <a:cubicBezTo>
                    <a:pt x="24" y="1051"/>
                    <a:pt x="24" y="1349"/>
                    <a:pt x="227" y="1373"/>
                  </a:cubicBezTo>
                  <a:lnTo>
                    <a:pt x="620" y="1373"/>
                  </a:lnTo>
                  <a:lnTo>
                    <a:pt x="620" y="2051"/>
                  </a:lnTo>
                  <a:lnTo>
                    <a:pt x="227" y="2051"/>
                  </a:lnTo>
                  <a:cubicBezTo>
                    <a:pt x="1" y="2051"/>
                    <a:pt x="1" y="2385"/>
                    <a:pt x="227" y="2385"/>
                  </a:cubicBezTo>
                  <a:lnTo>
                    <a:pt x="620" y="2385"/>
                  </a:lnTo>
                  <a:lnTo>
                    <a:pt x="620" y="3064"/>
                  </a:lnTo>
                  <a:lnTo>
                    <a:pt x="227" y="3064"/>
                  </a:lnTo>
                  <a:cubicBezTo>
                    <a:pt x="24" y="3075"/>
                    <a:pt x="24" y="3373"/>
                    <a:pt x="227" y="3397"/>
                  </a:cubicBezTo>
                  <a:lnTo>
                    <a:pt x="620" y="3397"/>
                  </a:lnTo>
                  <a:lnTo>
                    <a:pt x="620" y="4064"/>
                  </a:lnTo>
                  <a:lnTo>
                    <a:pt x="227" y="4064"/>
                  </a:lnTo>
                  <a:cubicBezTo>
                    <a:pt x="1" y="4076"/>
                    <a:pt x="1" y="4409"/>
                    <a:pt x="227" y="4409"/>
                  </a:cubicBezTo>
                  <a:lnTo>
                    <a:pt x="620" y="4409"/>
                  </a:lnTo>
                  <a:lnTo>
                    <a:pt x="620" y="5076"/>
                  </a:lnTo>
                  <a:lnTo>
                    <a:pt x="227" y="5076"/>
                  </a:lnTo>
                  <a:cubicBezTo>
                    <a:pt x="24" y="5099"/>
                    <a:pt x="24" y="5397"/>
                    <a:pt x="227" y="5421"/>
                  </a:cubicBezTo>
                  <a:lnTo>
                    <a:pt x="11395" y="5421"/>
                  </a:lnTo>
                  <a:cubicBezTo>
                    <a:pt x="11597" y="5397"/>
                    <a:pt x="11597" y="5099"/>
                    <a:pt x="11395" y="5076"/>
                  </a:cubicBezTo>
                  <a:lnTo>
                    <a:pt x="11002" y="5076"/>
                  </a:lnTo>
                  <a:lnTo>
                    <a:pt x="11002" y="4409"/>
                  </a:lnTo>
                  <a:lnTo>
                    <a:pt x="11395" y="4409"/>
                  </a:lnTo>
                  <a:cubicBezTo>
                    <a:pt x="11621" y="4409"/>
                    <a:pt x="11621" y="4064"/>
                    <a:pt x="11395" y="4064"/>
                  </a:cubicBezTo>
                  <a:lnTo>
                    <a:pt x="11002" y="4064"/>
                  </a:lnTo>
                  <a:lnTo>
                    <a:pt x="11002" y="3397"/>
                  </a:lnTo>
                  <a:lnTo>
                    <a:pt x="11395" y="3397"/>
                  </a:lnTo>
                  <a:cubicBezTo>
                    <a:pt x="11597" y="3373"/>
                    <a:pt x="11597" y="3075"/>
                    <a:pt x="11395" y="3064"/>
                  </a:cubicBezTo>
                  <a:lnTo>
                    <a:pt x="11002" y="3064"/>
                  </a:lnTo>
                  <a:lnTo>
                    <a:pt x="11002" y="2385"/>
                  </a:lnTo>
                  <a:lnTo>
                    <a:pt x="11395" y="2385"/>
                  </a:lnTo>
                  <a:cubicBezTo>
                    <a:pt x="11621" y="2385"/>
                    <a:pt x="11621" y="2051"/>
                    <a:pt x="11395" y="2051"/>
                  </a:cubicBezTo>
                  <a:lnTo>
                    <a:pt x="11002" y="2051"/>
                  </a:lnTo>
                  <a:lnTo>
                    <a:pt x="11002" y="1373"/>
                  </a:lnTo>
                  <a:lnTo>
                    <a:pt x="11395" y="1373"/>
                  </a:lnTo>
                  <a:cubicBezTo>
                    <a:pt x="11597" y="1349"/>
                    <a:pt x="11597" y="1051"/>
                    <a:pt x="11395" y="1039"/>
                  </a:cubicBezTo>
                  <a:lnTo>
                    <a:pt x="11002" y="1039"/>
                  </a:lnTo>
                  <a:lnTo>
                    <a:pt x="11002" y="170"/>
                  </a:lnTo>
                  <a:cubicBezTo>
                    <a:pt x="10990" y="69"/>
                    <a:pt x="10910" y="19"/>
                    <a:pt x="10829" y="19"/>
                  </a:cubicBezTo>
                  <a:cubicBezTo>
                    <a:pt x="10749" y="19"/>
                    <a:pt x="10669" y="69"/>
                    <a:pt x="10657" y="170"/>
                  </a:cubicBezTo>
                  <a:lnTo>
                    <a:pt x="10657" y="1039"/>
                  </a:lnTo>
                  <a:lnTo>
                    <a:pt x="9990" y="1039"/>
                  </a:lnTo>
                  <a:lnTo>
                    <a:pt x="9990" y="170"/>
                  </a:lnTo>
                  <a:cubicBezTo>
                    <a:pt x="9984" y="69"/>
                    <a:pt x="9904" y="19"/>
                    <a:pt x="9823" y="19"/>
                  </a:cubicBezTo>
                  <a:cubicBezTo>
                    <a:pt x="9743" y="19"/>
                    <a:pt x="9663" y="69"/>
                    <a:pt x="9657" y="170"/>
                  </a:cubicBezTo>
                  <a:lnTo>
                    <a:pt x="9657" y="1039"/>
                  </a:lnTo>
                  <a:lnTo>
                    <a:pt x="8990" y="1039"/>
                  </a:lnTo>
                  <a:lnTo>
                    <a:pt x="8990" y="170"/>
                  </a:lnTo>
                  <a:cubicBezTo>
                    <a:pt x="8990" y="57"/>
                    <a:pt x="8907" y="1"/>
                    <a:pt x="8823" y="1"/>
                  </a:cubicBezTo>
                  <a:cubicBezTo>
                    <a:pt x="8740" y="1"/>
                    <a:pt x="8656" y="57"/>
                    <a:pt x="8656" y="170"/>
                  </a:cubicBezTo>
                  <a:lnTo>
                    <a:pt x="8656" y="1039"/>
                  </a:lnTo>
                  <a:lnTo>
                    <a:pt x="7990" y="1039"/>
                  </a:lnTo>
                  <a:lnTo>
                    <a:pt x="7990" y="170"/>
                  </a:lnTo>
                  <a:cubicBezTo>
                    <a:pt x="7984" y="57"/>
                    <a:pt x="7897" y="1"/>
                    <a:pt x="7813" y="1"/>
                  </a:cubicBezTo>
                  <a:cubicBezTo>
                    <a:pt x="7728" y="1"/>
                    <a:pt x="7644" y="57"/>
                    <a:pt x="7644" y="170"/>
                  </a:cubicBezTo>
                  <a:lnTo>
                    <a:pt x="7644" y="1039"/>
                  </a:lnTo>
                  <a:lnTo>
                    <a:pt x="6978" y="1039"/>
                  </a:lnTo>
                  <a:lnTo>
                    <a:pt x="6978" y="170"/>
                  </a:lnTo>
                  <a:cubicBezTo>
                    <a:pt x="6972" y="69"/>
                    <a:pt x="6891" y="19"/>
                    <a:pt x="6811" y="19"/>
                  </a:cubicBezTo>
                  <a:cubicBezTo>
                    <a:pt x="6731" y="19"/>
                    <a:pt x="6650" y="69"/>
                    <a:pt x="6644" y="170"/>
                  </a:cubicBezTo>
                  <a:lnTo>
                    <a:pt x="6644" y="1039"/>
                  </a:lnTo>
                  <a:lnTo>
                    <a:pt x="5978" y="1039"/>
                  </a:lnTo>
                  <a:lnTo>
                    <a:pt x="5978" y="170"/>
                  </a:lnTo>
                  <a:cubicBezTo>
                    <a:pt x="5966" y="69"/>
                    <a:pt x="5885" y="19"/>
                    <a:pt x="5806" y="19"/>
                  </a:cubicBezTo>
                  <a:cubicBezTo>
                    <a:pt x="5728" y="19"/>
                    <a:pt x="5650" y="69"/>
                    <a:pt x="5644" y="170"/>
                  </a:cubicBezTo>
                  <a:lnTo>
                    <a:pt x="5644" y="1039"/>
                  </a:lnTo>
                  <a:lnTo>
                    <a:pt x="4977" y="1039"/>
                  </a:lnTo>
                  <a:lnTo>
                    <a:pt x="4977" y="170"/>
                  </a:lnTo>
                  <a:cubicBezTo>
                    <a:pt x="4966" y="69"/>
                    <a:pt x="4885" y="19"/>
                    <a:pt x="4805" y="19"/>
                  </a:cubicBezTo>
                  <a:cubicBezTo>
                    <a:pt x="4724" y="19"/>
                    <a:pt x="4644" y="69"/>
                    <a:pt x="4632" y="170"/>
                  </a:cubicBezTo>
                  <a:lnTo>
                    <a:pt x="4632" y="1039"/>
                  </a:lnTo>
                  <a:lnTo>
                    <a:pt x="3965" y="1039"/>
                  </a:lnTo>
                  <a:lnTo>
                    <a:pt x="3965" y="170"/>
                  </a:lnTo>
                  <a:cubicBezTo>
                    <a:pt x="3965" y="57"/>
                    <a:pt x="3882" y="1"/>
                    <a:pt x="3799" y="1"/>
                  </a:cubicBezTo>
                  <a:cubicBezTo>
                    <a:pt x="3715" y="1"/>
                    <a:pt x="3632" y="57"/>
                    <a:pt x="3632" y="170"/>
                  </a:cubicBezTo>
                  <a:lnTo>
                    <a:pt x="3632" y="1039"/>
                  </a:lnTo>
                  <a:lnTo>
                    <a:pt x="2965" y="1039"/>
                  </a:lnTo>
                  <a:lnTo>
                    <a:pt x="2965" y="170"/>
                  </a:lnTo>
                  <a:cubicBezTo>
                    <a:pt x="2965" y="57"/>
                    <a:pt x="2882" y="1"/>
                    <a:pt x="2799" y="1"/>
                  </a:cubicBezTo>
                  <a:close/>
                </a:path>
              </a:pathLst>
            </a:custGeom>
            <a:solidFill>
              <a:srgbClr val="808F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21;p34">
              <a:extLst>
                <a:ext uri="{FF2B5EF4-FFF2-40B4-BE49-F238E27FC236}">
                  <a16:creationId xmlns:a16="http://schemas.microsoft.com/office/drawing/2014/main" id="{2697EBF8-3803-D722-F410-E91A3F4C60D3}"/>
                </a:ext>
              </a:extLst>
            </p:cNvPr>
            <p:cNvSpPr/>
            <p:nvPr/>
          </p:nvSpPr>
          <p:spPr>
            <a:xfrm>
              <a:off x="1567500" y="1984525"/>
              <a:ext cx="15125" cy="11625"/>
            </a:xfrm>
            <a:custGeom>
              <a:avLst/>
              <a:gdLst/>
              <a:ahLst/>
              <a:cxnLst/>
              <a:rect l="l" t="t" r="r" b="b"/>
              <a:pathLst>
                <a:path w="605" h="465" extrusionOk="0">
                  <a:moveTo>
                    <a:pt x="248" y="1"/>
                  </a:moveTo>
                  <a:cubicBezTo>
                    <a:pt x="113" y="1"/>
                    <a:pt x="1" y="170"/>
                    <a:pt x="129" y="289"/>
                  </a:cubicBezTo>
                  <a:lnTo>
                    <a:pt x="248" y="408"/>
                  </a:lnTo>
                  <a:cubicBezTo>
                    <a:pt x="285" y="448"/>
                    <a:pt x="327" y="465"/>
                    <a:pt x="367" y="465"/>
                  </a:cubicBezTo>
                  <a:cubicBezTo>
                    <a:pt x="495" y="465"/>
                    <a:pt x="604" y="297"/>
                    <a:pt x="486" y="170"/>
                  </a:cubicBezTo>
                  <a:lnTo>
                    <a:pt x="367" y="51"/>
                  </a:lnTo>
                  <a:cubicBezTo>
                    <a:pt x="329" y="16"/>
                    <a:pt x="287" y="1"/>
                    <a:pt x="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22;p34">
              <a:extLst>
                <a:ext uri="{FF2B5EF4-FFF2-40B4-BE49-F238E27FC236}">
                  <a16:creationId xmlns:a16="http://schemas.microsoft.com/office/drawing/2014/main" id="{615DF1D0-DF08-9EAE-2403-53D18123DBCE}"/>
                </a:ext>
              </a:extLst>
            </p:cNvPr>
            <p:cNvSpPr/>
            <p:nvPr/>
          </p:nvSpPr>
          <p:spPr>
            <a:xfrm>
              <a:off x="1587950" y="1976025"/>
              <a:ext cx="9575" cy="13075"/>
            </a:xfrm>
            <a:custGeom>
              <a:avLst/>
              <a:gdLst/>
              <a:ahLst/>
              <a:cxnLst/>
              <a:rect l="l" t="t" r="r" b="b"/>
              <a:pathLst>
                <a:path w="383" h="523" extrusionOk="0">
                  <a:moveTo>
                    <a:pt x="182" y="0"/>
                  </a:moveTo>
                  <a:cubicBezTo>
                    <a:pt x="92" y="0"/>
                    <a:pt x="1" y="67"/>
                    <a:pt x="14" y="189"/>
                  </a:cubicBezTo>
                  <a:lnTo>
                    <a:pt x="14" y="201"/>
                  </a:lnTo>
                  <a:lnTo>
                    <a:pt x="38" y="367"/>
                  </a:lnTo>
                  <a:cubicBezTo>
                    <a:pt x="38" y="451"/>
                    <a:pt x="109" y="510"/>
                    <a:pt x="204" y="522"/>
                  </a:cubicBezTo>
                  <a:lnTo>
                    <a:pt x="216" y="522"/>
                  </a:lnTo>
                  <a:cubicBezTo>
                    <a:pt x="311" y="510"/>
                    <a:pt x="383" y="427"/>
                    <a:pt x="371" y="332"/>
                  </a:cubicBezTo>
                  <a:lnTo>
                    <a:pt x="371" y="320"/>
                  </a:lnTo>
                  <a:lnTo>
                    <a:pt x="347" y="153"/>
                  </a:lnTo>
                  <a:cubicBezTo>
                    <a:pt x="336" y="49"/>
                    <a:pt x="259" y="0"/>
                    <a:pt x="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23;p34">
              <a:extLst>
                <a:ext uri="{FF2B5EF4-FFF2-40B4-BE49-F238E27FC236}">
                  <a16:creationId xmlns:a16="http://schemas.microsoft.com/office/drawing/2014/main" id="{C27CB3E9-8938-176F-D6DA-9FED46A963E2}"/>
                </a:ext>
              </a:extLst>
            </p:cNvPr>
            <p:cNvSpPr/>
            <p:nvPr/>
          </p:nvSpPr>
          <p:spPr>
            <a:xfrm>
              <a:off x="1559100" y="2003275"/>
              <a:ext cx="16600" cy="9050"/>
            </a:xfrm>
            <a:custGeom>
              <a:avLst/>
              <a:gdLst/>
              <a:ahLst/>
              <a:cxnLst/>
              <a:rect l="l" t="t" r="r" b="b"/>
              <a:pathLst>
                <a:path w="664" h="362" extrusionOk="0">
                  <a:moveTo>
                    <a:pt x="242" y="1"/>
                  </a:moveTo>
                  <a:cubicBezTo>
                    <a:pt x="43" y="1"/>
                    <a:pt x="1" y="303"/>
                    <a:pt x="215" y="337"/>
                  </a:cubicBezTo>
                  <a:lnTo>
                    <a:pt x="227" y="337"/>
                  </a:lnTo>
                  <a:lnTo>
                    <a:pt x="394" y="361"/>
                  </a:lnTo>
                  <a:lnTo>
                    <a:pt x="418" y="361"/>
                  </a:lnTo>
                  <a:cubicBezTo>
                    <a:pt x="422" y="361"/>
                    <a:pt x="426" y="361"/>
                    <a:pt x="429" y="361"/>
                  </a:cubicBezTo>
                  <a:cubicBezTo>
                    <a:pt x="645" y="361"/>
                    <a:pt x="664" y="39"/>
                    <a:pt x="441" y="27"/>
                  </a:cubicBezTo>
                  <a:lnTo>
                    <a:pt x="275" y="4"/>
                  </a:lnTo>
                  <a:cubicBezTo>
                    <a:pt x="263" y="2"/>
                    <a:pt x="252" y="1"/>
                    <a:pt x="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24;p34">
              <a:extLst>
                <a:ext uri="{FF2B5EF4-FFF2-40B4-BE49-F238E27FC236}">
                  <a16:creationId xmlns:a16="http://schemas.microsoft.com/office/drawing/2014/main" id="{6AD2F671-7683-E7D6-6B51-55AB28A66A91}"/>
                </a:ext>
              </a:extLst>
            </p:cNvPr>
            <p:cNvSpPr/>
            <p:nvPr/>
          </p:nvSpPr>
          <p:spPr>
            <a:xfrm>
              <a:off x="1517150" y="2044125"/>
              <a:ext cx="287550" cy="17300"/>
            </a:xfrm>
            <a:custGeom>
              <a:avLst/>
              <a:gdLst/>
              <a:ahLst/>
              <a:cxnLst/>
              <a:rect l="l" t="t" r="r" b="b"/>
              <a:pathLst>
                <a:path w="11502" h="692" extrusionOk="0">
                  <a:moveTo>
                    <a:pt x="84" y="1"/>
                  </a:moveTo>
                  <a:cubicBezTo>
                    <a:pt x="36" y="1"/>
                    <a:pt x="0" y="36"/>
                    <a:pt x="0" y="84"/>
                  </a:cubicBezTo>
                  <a:lnTo>
                    <a:pt x="0" y="608"/>
                  </a:lnTo>
                  <a:cubicBezTo>
                    <a:pt x="0" y="656"/>
                    <a:pt x="36" y="691"/>
                    <a:pt x="84" y="691"/>
                  </a:cubicBezTo>
                  <a:lnTo>
                    <a:pt x="11418" y="691"/>
                  </a:lnTo>
                  <a:cubicBezTo>
                    <a:pt x="11466" y="691"/>
                    <a:pt x="11502" y="656"/>
                    <a:pt x="11502" y="596"/>
                  </a:cubicBezTo>
                  <a:lnTo>
                    <a:pt x="11502" y="84"/>
                  </a:lnTo>
                  <a:cubicBezTo>
                    <a:pt x="11502" y="36"/>
                    <a:pt x="11466" y="1"/>
                    <a:pt x="11418" y="1"/>
                  </a:cubicBezTo>
                  <a:close/>
                </a:path>
              </a:pathLst>
            </a:custGeom>
            <a:solidFill>
              <a:srgbClr val="FF9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25;p34">
              <a:extLst>
                <a:ext uri="{FF2B5EF4-FFF2-40B4-BE49-F238E27FC236}">
                  <a16:creationId xmlns:a16="http://schemas.microsoft.com/office/drawing/2014/main" id="{9F9E74A6-528D-5085-080B-72A2718C9285}"/>
                </a:ext>
              </a:extLst>
            </p:cNvPr>
            <p:cNvSpPr/>
            <p:nvPr/>
          </p:nvSpPr>
          <p:spPr>
            <a:xfrm>
              <a:off x="1787425" y="2044125"/>
              <a:ext cx="17275" cy="17300"/>
            </a:xfrm>
            <a:custGeom>
              <a:avLst/>
              <a:gdLst/>
              <a:ahLst/>
              <a:cxnLst/>
              <a:rect l="l" t="t" r="r" b="b"/>
              <a:pathLst>
                <a:path w="691" h="692" extrusionOk="0">
                  <a:moveTo>
                    <a:pt x="0" y="1"/>
                  </a:moveTo>
                  <a:lnTo>
                    <a:pt x="0" y="691"/>
                  </a:lnTo>
                  <a:lnTo>
                    <a:pt x="607" y="691"/>
                  </a:lnTo>
                  <a:cubicBezTo>
                    <a:pt x="655" y="691"/>
                    <a:pt x="691" y="656"/>
                    <a:pt x="691" y="608"/>
                  </a:cubicBezTo>
                  <a:lnTo>
                    <a:pt x="691" y="84"/>
                  </a:lnTo>
                  <a:cubicBezTo>
                    <a:pt x="691" y="36"/>
                    <a:pt x="655" y="1"/>
                    <a:pt x="607" y="1"/>
                  </a:cubicBezTo>
                  <a:close/>
                </a:path>
              </a:pathLst>
            </a:custGeom>
            <a:solidFill>
              <a:srgbClr val="FF9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26;p34">
              <a:extLst>
                <a:ext uri="{FF2B5EF4-FFF2-40B4-BE49-F238E27FC236}">
                  <a16:creationId xmlns:a16="http://schemas.microsoft.com/office/drawing/2014/main" id="{A6DC2D56-A420-80AC-E63A-2F4A9206EF24}"/>
                </a:ext>
              </a:extLst>
            </p:cNvPr>
            <p:cNvSpPr/>
            <p:nvPr/>
          </p:nvSpPr>
          <p:spPr>
            <a:xfrm>
              <a:off x="1567150" y="1994200"/>
              <a:ext cx="106575" cy="80025"/>
            </a:xfrm>
            <a:custGeom>
              <a:avLst/>
              <a:gdLst/>
              <a:ahLst/>
              <a:cxnLst/>
              <a:rect l="l" t="t" r="r" b="b"/>
              <a:pathLst>
                <a:path w="4263" h="3201" extrusionOk="0">
                  <a:moveTo>
                    <a:pt x="2132" y="0"/>
                  </a:moveTo>
                  <a:cubicBezTo>
                    <a:pt x="1724" y="0"/>
                    <a:pt x="1316" y="158"/>
                    <a:pt x="1001" y="474"/>
                  </a:cubicBezTo>
                  <a:cubicBezTo>
                    <a:pt x="0" y="1474"/>
                    <a:pt x="703" y="3200"/>
                    <a:pt x="2132" y="3200"/>
                  </a:cubicBezTo>
                  <a:cubicBezTo>
                    <a:pt x="3548" y="3200"/>
                    <a:pt x="4263" y="1474"/>
                    <a:pt x="3263" y="474"/>
                  </a:cubicBezTo>
                  <a:cubicBezTo>
                    <a:pt x="2947" y="158"/>
                    <a:pt x="2539" y="0"/>
                    <a:pt x="2132" y="0"/>
                  </a:cubicBezTo>
                  <a:close/>
                </a:path>
              </a:pathLst>
            </a:custGeom>
            <a:solidFill>
              <a:srgbClr val="FF9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27;p34">
              <a:extLst>
                <a:ext uri="{FF2B5EF4-FFF2-40B4-BE49-F238E27FC236}">
                  <a16:creationId xmlns:a16="http://schemas.microsoft.com/office/drawing/2014/main" id="{7C6FA0F5-A0C0-B8A9-EB91-472994981AA0}"/>
                </a:ext>
              </a:extLst>
            </p:cNvPr>
            <p:cNvSpPr/>
            <p:nvPr/>
          </p:nvSpPr>
          <p:spPr>
            <a:xfrm>
              <a:off x="1576975" y="1994300"/>
              <a:ext cx="86925" cy="79875"/>
            </a:xfrm>
            <a:custGeom>
              <a:avLst/>
              <a:gdLst/>
              <a:ahLst/>
              <a:cxnLst/>
              <a:rect l="l" t="t" r="r" b="b"/>
              <a:pathLst>
                <a:path w="3477" h="3195" extrusionOk="0">
                  <a:moveTo>
                    <a:pt x="1740" y="1"/>
                  </a:moveTo>
                  <a:cubicBezTo>
                    <a:pt x="1181" y="1"/>
                    <a:pt x="648" y="295"/>
                    <a:pt x="358" y="803"/>
                  </a:cubicBezTo>
                  <a:cubicBezTo>
                    <a:pt x="358" y="803"/>
                    <a:pt x="548" y="1065"/>
                    <a:pt x="203" y="1148"/>
                  </a:cubicBezTo>
                  <a:cubicBezTo>
                    <a:pt x="0" y="1839"/>
                    <a:pt x="286" y="2577"/>
                    <a:pt x="893" y="2958"/>
                  </a:cubicBezTo>
                  <a:cubicBezTo>
                    <a:pt x="919" y="2950"/>
                    <a:pt x="945" y="2946"/>
                    <a:pt x="972" y="2946"/>
                  </a:cubicBezTo>
                  <a:cubicBezTo>
                    <a:pt x="1021" y="2946"/>
                    <a:pt x="1069" y="2959"/>
                    <a:pt x="1108" y="2982"/>
                  </a:cubicBezTo>
                  <a:cubicBezTo>
                    <a:pt x="1215" y="3041"/>
                    <a:pt x="1227" y="3113"/>
                    <a:pt x="1227" y="3113"/>
                  </a:cubicBezTo>
                  <a:cubicBezTo>
                    <a:pt x="1394" y="3168"/>
                    <a:pt x="1565" y="3194"/>
                    <a:pt x="1734" y="3194"/>
                  </a:cubicBezTo>
                  <a:cubicBezTo>
                    <a:pt x="2299" y="3194"/>
                    <a:pt x="2838" y="2900"/>
                    <a:pt x="3132" y="2387"/>
                  </a:cubicBezTo>
                  <a:cubicBezTo>
                    <a:pt x="3072" y="2101"/>
                    <a:pt x="3275" y="2041"/>
                    <a:pt x="3275" y="2041"/>
                  </a:cubicBezTo>
                  <a:cubicBezTo>
                    <a:pt x="3477" y="1351"/>
                    <a:pt x="3191" y="625"/>
                    <a:pt x="2584" y="244"/>
                  </a:cubicBezTo>
                  <a:cubicBezTo>
                    <a:pt x="2523" y="262"/>
                    <a:pt x="2474" y="269"/>
                    <a:pt x="2434" y="269"/>
                  </a:cubicBezTo>
                  <a:cubicBezTo>
                    <a:pt x="2238" y="269"/>
                    <a:pt x="2263" y="89"/>
                    <a:pt x="2263" y="89"/>
                  </a:cubicBezTo>
                  <a:cubicBezTo>
                    <a:pt x="2090" y="29"/>
                    <a:pt x="1914" y="1"/>
                    <a:pt x="1740" y="1"/>
                  </a:cubicBezTo>
                  <a:close/>
                </a:path>
              </a:pathLst>
            </a:custGeom>
            <a:solidFill>
              <a:srgbClr val="CDF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28;p34">
              <a:extLst>
                <a:ext uri="{FF2B5EF4-FFF2-40B4-BE49-F238E27FC236}">
                  <a16:creationId xmlns:a16="http://schemas.microsoft.com/office/drawing/2014/main" id="{3992C138-891D-3867-87C7-A941D93447EA}"/>
                </a:ext>
              </a:extLst>
            </p:cNvPr>
            <p:cNvSpPr/>
            <p:nvPr/>
          </p:nvSpPr>
          <p:spPr>
            <a:xfrm>
              <a:off x="1611800" y="1994275"/>
              <a:ext cx="52100" cy="79925"/>
            </a:xfrm>
            <a:custGeom>
              <a:avLst/>
              <a:gdLst/>
              <a:ahLst/>
              <a:cxnLst/>
              <a:rect l="l" t="t" r="r" b="b"/>
              <a:pathLst>
                <a:path w="2084" h="3197" extrusionOk="0">
                  <a:moveTo>
                    <a:pt x="343" y="1"/>
                  </a:moveTo>
                  <a:cubicBezTo>
                    <a:pt x="228" y="1"/>
                    <a:pt x="113" y="14"/>
                    <a:pt x="0" y="42"/>
                  </a:cubicBezTo>
                  <a:cubicBezTo>
                    <a:pt x="1548" y="387"/>
                    <a:pt x="1703" y="2531"/>
                    <a:pt x="227" y="3090"/>
                  </a:cubicBezTo>
                  <a:cubicBezTo>
                    <a:pt x="143" y="3114"/>
                    <a:pt x="72" y="3138"/>
                    <a:pt x="0" y="3162"/>
                  </a:cubicBezTo>
                  <a:cubicBezTo>
                    <a:pt x="112" y="3185"/>
                    <a:pt x="225" y="3196"/>
                    <a:pt x="336" y="3196"/>
                  </a:cubicBezTo>
                  <a:cubicBezTo>
                    <a:pt x="910" y="3196"/>
                    <a:pt x="1449" y="2896"/>
                    <a:pt x="1739" y="2388"/>
                  </a:cubicBezTo>
                  <a:cubicBezTo>
                    <a:pt x="1679" y="2102"/>
                    <a:pt x="1882" y="2042"/>
                    <a:pt x="1882" y="2042"/>
                  </a:cubicBezTo>
                  <a:cubicBezTo>
                    <a:pt x="2084" y="1352"/>
                    <a:pt x="1798" y="626"/>
                    <a:pt x="1191" y="245"/>
                  </a:cubicBezTo>
                  <a:cubicBezTo>
                    <a:pt x="1130" y="263"/>
                    <a:pt x="1081" y="270"/>
                    <a:pt x="1041" y="270"/>
                  </a:cubicBezTo>
                  <a:cubicBezTo>
                    <a:pt x="845" y="270"/>
                    <a:pt x="870" y="90"/>
                    <a:pt x="870" y="90"/>
                  </a:cubicBezTo>
                  <a:cubicBezTo>
                    <a:pt x="696" y="32"/>
                    <a:pt x="519" y="1"/>
                    <a:pt x="343" y="1"/>
                  </a:cubicBezTo>
                  <a:close/>
                </a:path>
              </a:pathLst>
            </a:custGeom>
            <a:solidFill>
              <a:srgbClr val="191919">
                <a:alpha val="12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29;p34">
              <a:extLst>
                <a:ext uri="{FF2B5EF4-FFF2-40B4-BE49-F238E27FC236}">
                  <a16:creationId xmlns:a16="http://schemas.microsoft.com/office/drawing/2014/main" id="{84C85A3C-A546-0DFF-3B6C-E2DAFA73F861}"/>
                </a:ext>
              </a:extLst>
            </p:cNvPr>
            <p:cNvSpPr/>
            <p:nvPr/>
          </p:nvSpPr>
          <p:spPr>
            <a:xfrm>
              <a:off x="1582025" y="1996500"/>
              <a:ext cx="59550" cy="26525"/>
            </a:xfrm>
            <a:custGeom>
              <a:avLst/>
              <a:gdLst/>
              <a:ahLst/>
              <a:cxnLst/>
              <a:rect l="l" t="t" r="r" b="b"/>
              <a:pathLst>
                <a:path w="2382" h="1061" extrusionOk="0">
                  <a:moveTo>
                    <a:pt x="2061" y="1"/>
                  </a:moveTo>
                  <a:cubicBezTo>
                    <a:pt x="1513" y="429"/>
                    <a:pt x="846" y="679"/>
                    <a:pt x="156" y="727"/>
                  </a:cubicBezTo>
                  <a:cubicBezTo>
                    <a:pt x="96" y="822"/>
                    <a:pt x="36" y="941"/>
                    <a:pt x="1" y="1060"/>
                  </a:cubicBezTo>
                  <a:lnTo>
                    <a:pt x="96" y="1060"/>
                  </a:lnTo>
                  <a:cubicBezTo>
                    <a:pt x="501" y="1048"/>
                    <a:pt x="906" y="977"/>
                    <a:pt x="1287" y="822"/>
                  </a:cubicBezTo>
                  <a:cubicBezTo>
                    <a:pt x="1691" y="679"/>
                    <a:pt x="2061" y="441"/>
                    <a:pt x="2382" y="156"/>
                  </a:cubicBezTo>
                  <a:cubicBezTo>
                    <a:pt x="2287" y="84"/>
                    <a:pt x="2168" y="36"/>
                    <a:pt x="2061" y="1"/>
                  </a:cubicBezTo>
                  <a:close/>
                </a:path>
              </a:pathLst>
            </a:custGeom>
            <a:solidFill>
              <a:srgbClr val="F3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30;p34">
              <a:extLst>
                <a:ext uri="{FF2B5EF4-FFF2-40B4-BE49-F238E27FC236}">
                  <a16:creationId xmlns:a16="http://schemas.microsoft.com/office/drawing/2014/main" id="{9C89A2B2-66D4-C200-631E-AC3D8947902B}"/>
                </a:ext>
              </a:extLst>
            </p:cNvPr>
            <p:cNvSpPr/>
            <p:nvPr/>
          </p:nvSpPr>
          <p:spPr>
            <a:xfrm>
              <a:off x="1599300" y="2045325"/>
              <a:ext cx="59550" cy="26800"/>
            </a:xfrm>
            <a:custGeom>
              <a:avLst/>
              <a:gdLst/>
              <a:ahLst/>
              <a:cxnLst/>
              <a:rect l="l" t="t" r="r" b="b"/>
              <a:pathLst>
                <a:path w="2382" h="1072" extrusionOk="0">
                  <a:moveTo>
                    <a:pt x="2382" y="0"/>
                  </a:moveTo>
                  <a:cubicBezTo>
                    <a:pt x="1500" y="0"/>
                    <a:pt x="655" y="322"/>
                    <a:pt x="0" y="917"/>
                  </a:cubicBezTo>
                  <a:cubicBezTo>
                    <a:pt x="107" y="977"/>
                    <a:pt x="215" y="1024"/>
                    <a:pt x="334" y="1072"/>
                  </a:cubicBezTo>
                  <a:cubicBezTo>
                    <a:pt x="881" y="631"/>
                    <a:pt x="1536" y="369"/>
                    <a:pt x="2239" y="346"/>
                  </a:cubicBezTo>
                  <a:cubicBezTo>
                    <a:pt x="2298" y="238"/>
                    <a:pt x="2346" y="119"/>
                    <a:pt x="2382" y="0"/>
                  </a:cubicBezTo>
                  <a:close/>
                </a:path>
              </a:pathLst>
            </a:custGeom>
            <a:solidFill>
              <a:srgbClr val="F3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550;p33">
            <a:extLst>
              <a:ext uri="{FF2B5EF4-FFF2-40B4-BE49-F238E27FC236}">
                <a16:creationId xmlns:a16="http://schemas.microsoft.com/office/drawing/2014/main" id="{FC70BE16-BBE0-C21A-7FCA-3E34BA602E04}"/>
              </a:ext>
            </a:extLst>
          </p:cNvPr>
          <p:cNvSpPr txBox="1">
            <a:spLocks/>
          </p:cNvSpPr>
          <p:nvPr/>
        </p:nvSpPr>
        <p:spPr>
          <a:xfrm>
            <a:off x="5894422" y="2493813"/>
            <a:ext cx="26562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" b="0" dirty="0"/>
              <a:t>UML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8"/>
          <p:cNvSpPr txBox="1">
            <a:spLocks noGrp="1"/>
          </p:cNvSpPr>
          <p:nvPr>
            <p:ph type="title"/>
          </p:nvPr>
        </p:nvSpPr>
        <p:spPr>
          <a:xfrm>
            <a:off x="1284000" y="1679513"/>
            <a:ext cx="6576000" cy="12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</a:t>
            </a:r>
            <a:endParaRPr dirty="0">
              <a:highlight>
                <a:schemeClr val="dk2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What’s next</a:t>
            </a:r>
            <a:endParaRPr dirty="0">
              <a:highlight>
                <a:schemeClr val="dk2"/>
              </a:highlight>
            </a:endParaRPr>
          </a:p>
        </p:txBody>
      </p:sp>
      <p:sp>
        <p:nvSpPr>
          <p:cNvPr id="582" name="Google Shape;582;p34"/>
          <p:cNvSpPr txBox="1">
            <a:spLocks noGrp="1"/>
          </p:cNvSpPr>
          <p:nvPr>
            <p:ph type="subTitle" idx="4"/>
          </p:nvPr>
        </p:nvSpPr>
        <p:spPr>
          <a:xfrm>
            <a:off x="960344" y="2329065"/>
            <a:ext cx="2175300" cy="6975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Fix front end bug (pictures)</a:t>
            </a:r>
            <a:endParaRPr b="0" dirty="0"/>
          </a:p>
        </p:txBody>
      </p:sp>
      <p:sp>
        <p:nvSpPr>
          <p:cNvPr id="583" name="Google Shape;583;p34"/>
          <p:cNvSpPr txBox="1">
            <a:spLocks noGrp="1"/>
          </p:cNvSpPr>
          <p:nvPr>
            <p:ph type="subTitle" idx="5"/>
          </p:nvPr>
        </p:nvSpPr>
        <p:spPr>
          <a:xfrm>
            <a:off x="3495707" y="2242781"/>
            <a:ext cx="2175300" cy="10902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GB" b="0" dirty="0"/>
              <a:t>Work on aesthetics details</a:t>
            </a:r>
          </a:p>
        </p:txBody>
      </p:sp>
      <p:sp>
        <p:nvSpPr>
          <p:cNvPr id="587" name="Google Shape;587;p34"/>
          <p:cNvSpPr txBox="1">
            <a:spLocks noGrp="1"/>
          </p:cNvSpPr>
          <p:nvPr>
            <p:ph type="subTitle" idx="6"/>
          </p:nvPr>
        </p:nvSpPr>
        <p:spPr>
          <a:xfrm>
            <a:off x="6031070" y="2313261"/>
            <a:ext cx="2175300" cy="5169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Written report</a:t>
            </a:r>
            <a:endParaRPr b="0" dirty="0"/>
          </a:p>
        </p:txBody>
      </p:sp>
      <p:grpSp>
        <p:nvGrpSpPr>
          <p:cNvPr id="588" name="Google Shape;588;p34"/>
          <p:cNvGrpSpPr/>
          <p:nvPr/>
        </p:nvGrpSpPr>
        <p:grpSpPr>
          <a:xfrm>
            <a:off x="6932734" y="1555799"/>
            <a:ext cx="371975" cy="510639"/>
            <a:chOff x="2511900" y="2974175"/>
            <a:chExt cx="209575" cy="287700"/>
          </a:xfrm>
        </p:grpSpPr>
        <p:sp>
          <p:nvSpPr>
            <p:cNvPr id="589" name="Google Shape;589;p34"/>
            <p:cNvSpPr/>
            <p:nvPr/>
          </p:nvSpPr>
          <p:spPr>
            <a:xfrm>
              <a:off x="2523525" y="2986575"/>
              <a:ext cx="187250" cy="212125"/>
            </a:xfrm>
            <a:custGeom>
              <a:avLst/>
              <a:gdLst/>
              <a:ahLst/>
              <a:cxnLst/>
              <a:rect l="l" t="t" r="r" b="b"/>
              <a:pathLst>
                <a:path w="7490" h="8485" extrusionOk="0">
                  <a:moveTo>
                    <a:pt x="2060" y="1534"/>
                  </a:moveTo>
                  <a:lnTo>
                    <a:pt x="2060" y="2296"/>
                  </a:lnTo>
                  <a:lnTo>
                    <a:pt x="1405" y="2296"/>
                  </a:lnTo>
                  <a:lnTo>
                    <a:pt x="1405" y="1534"/>
                  </a:lnTo>
                  <a:close/>
                  <a:moveTo>
                    <a:pt x="3048" y="1534"/>
                  </a:moveTo>
                  <a:lnTo>
                    <a:pt x="3048" y="2296"/>
                  </a:lnTo>
                  <a:lnTo>
                    <a:pt x="2393" y="2296"/>
                  </a:lnTo>
                  <a:lnTo>
                    <a:pt x="2393" y="1534"/>
                  </a:lnTo>
                  <a:close/>
                  <a:moveTo>
                    <a:pt x="4048" y="1534"/>
                  </a:moveTo>
                  <a:lnTo>
                    <a:pt x="4048" y="2296"/>
                  </a:lnTo>
                  <a:lnTo>
                    <a:pt x="3393" y="2296"/>
                  </a:lnTo>
                  <a:lnTo>
                    <a:pt x="3393" y="1534"/>
                  </a:lnTo>
                  <a:close/>
                  <a:moveTo>
                    <a:pt x="5037" y="1534"/>
                  </a:moveTo>
                  <a:lnTo>
                    <a:pt x="5037" y="2296"/>
                  </a:lnTo>
                  <a:lnTo>
                    <a:pt x="4382" y="2296"/>
                  </a:lnTo>
                  <a:lnTo>
                    <a:pt x="4382" y="1534"/>
                  </a:lnTo>
                  <a:close/>
                  <a:moveTo>
                    <a:pt x="6037" y="1534"/>
                  </a:moveTo>
                  <a:lnTo>
                    <a:pt x="6037" y="2296"/>
                  </a:lnTo>
                  <a:lnTo>
                    <a:pt x="5382" y="2296"/>
                  </a:lnTo>
                  <a:lnTo>
                    <a:pt x="5382" y="1534"/>
                  </a:lnTo>
                  <a:close/>
                  <a:moveTo>
                    <a:pt x="2060" y="2629"/>
                  </a:moveTo>
                  <a:lnTo>
                    <a:pt x="2060" y="3451"/>
                  </a:lnTo>
                  <a:lnTo>
                    <a:pt x="1405" y="3451"/>
                  </a:lnTo>
                  <a:lnTo>
                    <a:pt x="1405" y="2629"/>
                  </a:lnTo>
                  <a:close/>
                  <a:moveTo>
                    <a:pt x="3048" y="2629"/>
                  </a:moveTo>
                  <a:lnTo>
                    <a:pt x="3048" y="3451"/>
                  </a:lnTo>
                  <a:lnTo>
                    <a:pt x="2393" y="3451"/>
                  </a:lnTo>
                  <a:lnTo>
                    <a:pt x="2393" y="2629"/>
                  </a:lnTo>
                  <a:close/>
                  <a:moveTo>
                    <a:pt x="6037" y="2629"/>
                  </a:moveTo>
                  <a:lnTo>
                    <a:pt x="6037" y="3451"/>
                  </a:lnTo>
                  <a:lnTo>
                    <a:pt x="5382" y="3451"/>
                  </a:lnTo>
                  <a:lnTo>
                    <a:pt x="5382" y="2629"/>
                  </a:lnTo>
                  <a:close/>
                  <a:moveTo>
                    <a:pt x="5037" y="2629"/>
                  </a:moveTo>
                  <a:lnTo>
                    <a:pt x="5037" y="3486"/>
                  </a:lnTo>
                  <a:cubicBezTo>
                    <a:pt x="4870" y="3534"/>
                    <a:pt x="4715" y="3629"/>
                    <a:pt x="4596" y="3748"/>
                  </a:cubicBezTo>
                  <a:cubicBezTo>
                    <a:pt x="4536" y="3820"/>
                    <a:pt x="4453" y="3879"/>
                    <a:pt x="4382" y="3927"/>
                  </a:cubicBezTo>
                  <a:lnTo>
                    <a:pt x="4382" y="2629"/>
                  </a:lnTo>
                  <a:close/>
                  <a:moveTo>
                    <a:pt x="2060" y="3784"/>
                  </a:moveTo>
                  <a:lnTo>
                    <a:pt x="2060" y="4606"/>
                  </a:lnTo>
                  <a:lnTo>
                    <a:pt x="1405" y="4606"/>
                  </a:lnTo>
                  <a:lnTo>
                    <a:pt x="1405" y="3784"/>
                  </a:lnTo>
                  <a:close/>
                  <a:moveTo>
                    <a:pt x="3048" y="3784"/>
                  </a:moveTo>
                  <a:lnTo>
                    <a:pt x="3048" y="4606"/>
                  </a:lnTo>
                  <a:lnTo>
                    <a:pt x="2393" y="4606"/>
                  </a:lnTo>
                  <a:lnTo>
                    <a:pt x="2393" y="3784"/>
                  </a:lnTo>
                  <a:close/>
                  <a:moveTo>
                    <a:pt x="4048" y="2629"/>
                  </a:moveTo>
                  <a:lnTo>
                    <a:pt x="4048" y="4034"/>
                  </a:lnTo>
                  <a:lnTo>
                    <a:pt x="3953" y="4034"/>
                  </a:lnTo>
                  <a:cubicBezTo>
                    <a:pt x="3751" y="4058"/>
                    <a:pt x="3751" y="4356"/>
                    <a:pt x="3953" y="4367"/>
                  </a:cubicBezTo>
                  <a:lnTo>
                    <a:pt x="4048" y="4367"/>
                  </a:lnTo>
                  <a:lnTo>
                    <a:pt x="4048" y="4606"/>
                  </a:lnTo>
                  <a:lnTo>
                    <a:pt x="3393" y="4606"/>
                  </a:lnTo>
                  <a:lnTo>
                    <a:pt x="3393" y="3784"/>
                  </a:lnTo>
                  <a:lnTo>
                    <a:pt x="3644" y="3784"/>
                  </a:lnTo>
                  <a:cubicBezTo>
                    <a:pt x="3846" y="3760"/>
                    <a:pt x="3846" y="3463"/>
                    <a:pt x="3644" y="3451"/>
                  </a:cubicBezTo>
                  <a:lnTo>
                    <a:pt x="3393" y="3451"/>
                  </a:lnTo>
                  <a:lnTo>
                    <a:pt x="3393" y="2629"/>
                  </a:lnTo>
                  <a:close/>
                  <a:moveTo>
                    <a:pt x="5037" y="3855"/>
                  </a:moveTo>
                  <a:lnTo>
                    <a:pt x="5037" y="4606"/>
                  </a:lnTo>
                  <a:lnTo>
                    <a:pt x="4382" y="4606"/>
                  </a:lnTo>
                  <a:lnTo>
                    <a:pt x="4382" y="4308"/>
                  </a:lnTo>
                  <a:cubicBezTo>
                    <a:pt x="4560" y="4236"/>
                    <a:pt x="4715" y="4129"/>
                    <a:pt x="4846" y="3986"/>
                  </a:cubicBezTo>
                  <a:cubicBezTo>
                    <a:pt x="4906" y="3927"/>
                    <a:pt x="4965" y="3879"/>
                    <a:pt x="5037" y="3855"/>
                  </a:cubicBezTo>
                  <a:close/>
                  <a:moveTo>
                    <a:pt x="6025" y="3784"/>
                  </a:moveTo>
                  <a:lnTo>
                    <a:pt x="6025" y="4606"/>
                  </a:lnTo>
                  <a:lnTo>
                    <a:pt x="5370" y="4606"/>
                  </a:lnTo>
                  <a:lnTo>
                    <a:pt x="5370" y="3784"/>
                  </a:lnTo>
                  <a:close/>
                  <a:moveTo>
                    <a:pt x="4048" y="4939"/>
                  </a:moveTo>
                  <a:lnTo>
                    <a:pt x="4048" y="5760"/>
                  </a:lnTo>
                  <a:lnTo>
                    <a:pt x="3393" y="5760"/>
                  </a:lnTo>
                  <a:lnTo>
                    <a:pt x="3393" y="4939"/>
                  </a:lnTo>
                  <a:close/>
                  <a:moveTo>
                    <a:pt x="5037" y="4939"/>
                  </a:moveTo>
                  <a:lnTo>
                    <a:pt x="5037" y="5760"/>
                  </a:lnTo>
                  <a:lnTo>
                    <a:pt x="4382" y="5760"/>
                  </a:lnTo>
                  <a:lnTo>
                    <a:pt x="4382" y="4939"/>
                  </a:lnTo>
                  <a:close/>
                  <a:moveTo>
                    <a:pt x="6037" y="4939"/>
                  </a:moveTo>
                  <a:lnTo>
                    <a:pt x="6037" y="5760"/>
                  </a:lnTo>
                  <a:lnTo>
                    <a:pt x="5382" y="5760"/>
                  </a:lnTo>
                  <a:lnTo>
                    <a:pt x="5382" y="4939"/>
                  </a:lnTo>
                  <a:close/>
                  <a:moveTo>
                    <a:pt x="2060" y="4939"/>
                  </a:moveTo>
                  <a:lnTo>
                    <a:pt x="2060" y="6141"/>
                  </a:lnTo>
                  <a:cubicBezTo>
                    <a:pt x="2012" y="6106"/>
                    <a:pt x="1965" y="6070"/>
                    <a:pt x="1917" y="6022"/>
                  </a:cubicBezTo>
                  <a:cubicBezTo>
                    <a:pt x="1786" y="5880"/>
                    <a:pt x="1596" y="5796"/>
                    <a:pt x="1405" y="5760"/>
                  </a:cubicBezTo>
                  <a:lnTo>
                    <a:pt x="1405" y="4939"/>
                  </a:lnTo>
                  <a:close/>
                  <a:moveTo>
                    <a:pt x="1405" y="6106"/>
                  </a:moveTo>
                  <a:cubicBezTo>
                    <a:pt x="1512" y="6130"/>
                    <a:pt x="1608" y="6177"/>
                    <a:pt x="1679" y="6261"/>
                  </a:cubicBezTo>
                  <a:cubicBezTo>
                    <a:pt x="1786" y="6368"/>
                    <a:pt x="1917" y="6463"/>
                    <a:pt x="2060" y="6522"/>
                  </a:cubicBezTo>
                  <a:lnTo>
                    <a:pt x="2060" y="6903"/>
                  </a:lnTo>
                  <a:lnTo>
                    <a:pt x="1405" y="6915"/>
                  </a:lnTo>
                  <a:lnTo>
                    <a:pt x="1405" y="6106"/>
                  </a:lnTo>
                  <a:close/>
                  <a:moveTo>
                    <a:pt x="3048" y="4939"/>
                  </a:moveTo>
                  <a:lnTo>
                    <a:pt x="3048" y="5760"/>
                  </a:lnTo>
                  <a:lnTo>
                    <a:pt x="2929" y="5760"/>
                  </a:lnTo>
                  <a:cubicBezTo>
                    <a:pt x="2715" y="5772"/>
                    <a:pt x="2715" y="6082"/>
                    <a:pt x="2929" y="6094"/>
                  </a:cubicBezTo>
                  <a:lnTo>
                    <a:pt x="3048" y="6094"/>
                  </a:lnTo>
                  <a:lnTo>
                    <a:pt x="3048" y="6915"/>
                  </a:lnTo>
                  <a:lnTo>
                    <a:pt x="2393" y="6915"/>
                  </a:lnTo>
                  <a:lnTo>
                    <a:pt x="2393" y="6642"/>
                  </a:lnTo>
                  <a:cubicBezTo>
                    <a:pt x="2489" y="6653"/>
                    <a:pt x="2572" y="6665"/>
                    <a:pt x="2667" y="6665"/>
                  </a:cubicBezTo>
                  <a:cubicBezTo>
                    <a:pt x="2882" y="6665"/>
                    <a:pt x="2882" y="6320"/>
                    <a:pt x="2667" y="6320"/>
                  </a:cubicBezTo>
                  <a:cubicBezTo>
                    <a:pt x="2572" y="6320"/>
                    <a:pt x="2489" y="6308"/>
                    <a:pt x="2393" y="6296"/>
                  </a:cubicBezTo>
                  <a:lnTo>
                    <a:pt x="2393" y="4939"/>
                  </a:lnTo>
                  <a:close/>
                  <a:moveTo>
                    <a:pt x="4048" y="6094"/>
                  </a:moveTo>
                  <a:lnTo>
                    <a:pt x="4048" y="6915"/>
                  </a:lnTo>
                  <a:lnTo>
                    <a:pt x="3393" y="6915"/>
                  </a:lnTo>
                  <a:lnTo>
                    <a:pt x="3393" y="6094"/>
                  </a:lnTo>
                  <a:close/>
                  <a:moveTo>
                    <a:pt x="5037" y="6094"/>
                  </a:moveTo>
                  <a:lnTo>
                    <a:pt x="5037" y="6915"/>
                  </a:lnTo>
                  <a:lnTo>
                    <a:pt x="4382" y="6915"/>
                  </a:lnTo>
                  <a:lnTo>
                    <a:pt x="4382" y="6094"/>
                  </a:lnTo>
                  <a:close/>
                  <a:moveTo>
                    <a:pt x="6037" y="6094"/>
                  </a:moveTo>
                  <a:lnTo>
                    <a:pt x="6037" y="6915"/>
                  </a:lnTo>
                  <a:lnTo>
                    <a:pt x="5382" y="6915"/>
                  </a:lnTo>
                  <a:lnTo>
                    <a:pt x="5382" y="6094"/>
                  </a:lnTo>
                  <a:close/>
                  <a:moveTo>
                    <a:pt x="3221" y="1"/>
                  </a:moveTo>
                  <a:cubicBezTo>
                    <a:pt x="3140" y="1"/>
                    <a:pt x="3060" y="51"/>
                    <a:pt x="3048" y="153"/>
                  </a:cubicBezTo>
                  <a:lnTo>
                    <a:pt x="3048" y="1200"/>
                  </a:lnTo>
                  <a:lnTo>
                    <a:pt x="2393" y="1200"/>
                  </a:lnTo>
                  <a:lnTo>
                    <a:pt x="2393" y="450"/>
                  </a:lnTo>
                  <a:cubicBezTo>
                    <a:pt x="2393" y="337"/>
                    <a:pt x="2310" y="281"/>
                    <a:pt x="2227" y="281"/>
                  </a:cubicBezTo>
                  <a:cubicBezTo>
                    <a:pt x="2143" y="281"/>
                    <a:pt x="2060" y="337"/>
                    <a:pt x="2060" y="450"/>
                  </a:cubicBezTo>
                  <a:lnTo>
                    <a:pt x="2060" y="1200"/>
                  </a:lnTo>
                  <a:lnTo>
                    <a:pt x="1012" y="1200"/>
                  </a:lnTo>
                  <a:cubicBezTo>
                    <a:pt x="1001" y="1199"/>
                    <a:pt x="990" y="1198"/>
                    <a:pt x="980" y="1198"/>
                  </a:cubicBezTo>
                  <a:cubicBezTo>
                    <a:pt x="783" y="1198"/>
                    <a:pt x="762" y="1511"/>
                    <a:pt x="988" y="1534"/>
                  </a:cubicBezTo>
                  <a:lnTo>
                    <a:pt x="1072" y="1534"/>
                  </a:lnTo>
                  <a:lnTo>
                    <a:pt x="1072" y="2296"/>
                  </a:lnTo>
                  <a:lnTo>
                    <a:pt x="607" y="2296"/>
                  </a:lnTo>
                  <a:cubicBezTo>
                    <a:pt x="604" y="2296"/>
                    <a:pt x="600" y="2295"/>
                    <a:pt x="596" y="2295"/>
                  </a:cubicBezTo>
                  <a:cubicBezTo>
                    <a:pt x="381" y="2295"/>
                    <a:pt x="385" y="2629"/>
                    <a:pt x="607" y="2629"/>
                  </a:cubicBezTo>
                  <a:lnTo>
                    <a:pt x="1072" y="2629"/>
                  </a:lnTo>
                  <a:lnTo>
                    <a:pt x="1072" y="3451"/>
                  </a:lnTo>
                  <a:lnTo>
                    <a:pt x="226" y="3451"/>
                  </a:lnTo>
                  <a:cubicBezTo>
                    <a:pt x="12" y="3463"/>
                    <a:pt x="12" y="3760"/>
                    <a:pt x="226" y="3784"/>
                  </a:cubicBezTo>
                  <a:lnTo>
                    <a:pt x="1072" y="3784"/>
                  </a:lnTo>
                  <a:lnTo>
                    <a:pt x="1072" y="4606"/>
                  </a:lnTo>
                  <a:lnTo>
                    <a:pt x="226" y="4606"/>
                  </a:lnTo>
                  <a:cubicBezTo>
                    <a:pt x="0" y="4606"/>
                    <a:pt x="0" y="4939"/>
                    <a:pt x="226" y="4939"/>
                  </a:cubicBezTo>
                  <a:lnTo>
                    <a:pt x="1072" y="4939"/>
                  </a:lnTo>
                  <a:lnTo>
                    <a:pt x="1072" y="5760"/>
                  </a:lnTo>
                  <a:lnTo>
                    <a:pt x="476" y="5760"/>
                  </a:lnTo>
                  <a:cubicBezTo>
                    <a:pt x="469" y="5760"/>
                    <a:pt x="461" y="5759"/>
                    <a:pt x="454" y="5759"/>
                  </a:cubicBezTo>
                  <a:cubicBezTo>
                    <a:pt x="249" y="5759"/>
                    <a:pt x="234" y="6071"/>
                    <a:pt x="441" y="6094"/>
                  </a:cubicBezTo>
                  <a:lnTo>
                    <a:pt x="1072" y="6094"/>
                  </a:lnTo>
                  <a:lnTo>
                    <a:pt x="1072" y="6915"/>
                  </a:lnTo>
                  <a:lnTo>
                    <a:pt x="1024" y="6915"/>
                  </a:lnTo>
                  <a:cubicBezTo>
                    <a:pt x="822" y="6927"/>
                    <a:pt x="822" y="7237"/>
                    <a:pt x="1024" y="7249"/>
                  </a:cubicBezTo>
                  <a:lnTo>
                    <a:pt x="1072" y="7249"/>
                  </a:lnTo>
                  <a:lnTo>
                    <a:pt x="1072" y="7332"/>
                  </a:lnTo>
                  <a:cubicBezTo>
                    <a:pt x="1059" y="7446"/>
                    <a:pt x="1148" y="7510"/>
                    <a:pt x="1237" y="7510"/>
                  </a:cubicBezTo>
                  <a:cubicBezTo>
                    <a:pt x="1316" y="7510"/>
                    <a:pt x="1394" y="7461"/>
                    <a:pt x="1405" y="7356"/>
                  </a:cubicBezTo>
                  <a:cubicBezTo>
                    <a:pt x="1405" y="7344"/>
                    <a:pt x="1405" y="7332"/>
                    <a:pt x="1405" y="7332"/>
                  </a:cubicBezTo>
                  <a:lnTo>
                    <a:pt x="1405" y="7249"/>
                  </a:lnTo>
                  <a:lnTo>
                    <a:pt x="2060" y="7249"/>
                  </a:lnTo>
                  <a:lnTo>
                    <a:pt x="2060" y="8023"/>
                  </a:lnTo>
                  <a:cubicBezTo>
                    <a:pt x="2060" y="8136"/>
                    <a:pt x="2146" y="8192"/>
                    <a:pt x="2233" y="8192"/>
                  </a:cubicBezTo>
                  <a:cubicBezTo>
                    <a:pt x="2319" y="8192"/>
                    <a:pt x="2405" y="8136"/>
                    <a:pt x="2405" y="8023"/>
                  </a:cubicBezTo>
                  <a:lnTo>
                    <a:pt x="2405" y="7249"/>
                  </a:lnTo>
                  <a:lnTo>
                    <a:pt x="3060" y="7249"/>
                  </a:lnTo>
                  <a:lnTo>
                    <a:pt x="3060" y="8332"/>
                  </a:lnTo>
                  <a:cubicBezTo>
                    <a:pt x="3066" y="8433"/>
                    <a:pt x="3146" y="8484"/>
                    <a:pt x="3227" y="8484"/>
                  </a:cubicBezTo>
                  <a:cubicBezTo>
                    <a:pt x="3307" y="8484"/>
                    <a:pt x="3388" y="8433"/>
                    <a:pt x="3393" y="8332"/>
                  </a:cubicBezTo>
                  <a:lnTo>
                    <a:pt x="3393" y="7249"/>
                  </a:lnTo>
                  <a:lnTo>
                    <a:pt x="4048" y="7249"/>
                  </a:lnTo>
                  <a:lnTo>
                    <a:pt x="4048" y="8332"/>
                  </a:lnTo>
                  <a:cubicBezTo>
                    <a:pt x="4060" y="8433"/>
                    <a:pt x="4141" y="8484"/>
                    <a:pt x="4219" y="8484"/>
                  </a:cubicBezTo>
                  <a:cubicBezTo>
                    <a:pt x="4298" y="8484"/>
                    <a:pt x="4376" y="8433"/>
                    <a:pt x="4382" y="8332"/>
                  </a:cubicBezTo>
                  <a:lnTo>
                    <a:pt x="4382" y="7249"/>
                  </a:lnTo>
                  <a:lnTo>
                    <a:pt x="5048" y="7249"/>
                  </a:lnTo>
                  <a:lnTo>
                    <a:pt x="5048" y="8023"/>
                  </a:lnTo>
                  <a:cubicBezTo>
                    <a:pt x="5048" y="8136"/>
                    <a:pt x="5132" y="8192"/>
                    <a:pt x="5215" y="8192"/>
                  </a:cubicBezTo>
                  <a:cubicBezTo>
                    <a:pt x="5298" y="8192"/>
                    <a:pt x="5382" y="8136"/>
                    <a:pt x="5382" y="8023"/>
                  </a:cubicBezTo>
                  <a:lnTo>
                    <a:pt x="5382" y="7249"/>
                  </a:lnTo>
                  <a:lnTo>
                    <a:pt x="6037" y="7249"/>
                  </a:lnTo>
                  <a:lnTo>
                    <a:pt x="6037" y="7332"/>
                  </a:lnTo>
                  <a:cubicBezTo>
                    <a:pt x="6030" y="7446"/>
                    <a:pt x="6119" y="7510"/>
                    <a:pt x="6206" y="7510"/>
                  </a:cubicBezTo>
                  <a:cubicBezTo>
                    <a:pt x="6283" y="7510"/>
                    <a:pt x="6359" y="7461"/>
                    <a:pt x="6370" y="7356"/>
                  </a:cubicBezTo>
                  <a:cubicBezTo>
                    <a:pt x="6370" y="7344"/>
                    <a:pt x="6370" y="7332"/>
                    <a:pt x="6370" y="7332"/>
                  </a:cubicBezTo>
                  <a:lnTo>
                    <a:pt x="6370" y="7249"/>
                  </a:lnTo>
                  <a:lnTo>
                    <a:pt x="6561" y="7249"/>
                  </a:lnTo>
                  <a:cubicBezTo>
                    <a:pt x="6775" y="7237"/>
                    <a:pt x="6775" y="6927"/>
                    <a:pt x="6561" y="6915"/>
                  </a:cubicBezTo>
                  <a:lnTo>
                    <a:pt x="6370" y="6915"/>
                  </a:lnTo>
                  <a:lnTo>
                    <a:pt x="6370" y="6094"/>
                  </a:lnTo>
                  <a:lnTo>
                    <a:pt x="6965" y="6094"/>
                  </a:lnTo>
                  <a:cubicBezTo>
                    <a:pt x="6973" y="6095"/>
                    <a:pt x="6981" y="6095"/>
                    <a:pt x="6988" y="6095"/>
                  </a:cubicBezTo>
                  <a:cubicBezTo>
                    <a:pt x="7205" y="6095"/>
                    <a:pt x="7220" y="5772"/>
                    <a:pt x="7001" y="5760"/>
                  </a:cubicBezTo>
                  <a:lnTo>
                    <a:pt x="6370" y="5760"/>
                  </a:lnTo>
                  <a:lnTo>
                    <a:pt x="6370" y="4939"/>
                  </a:lnTo>
                  <a:lnTo>
                    <a:pt x="7263" y="4939"/>
                  </a:lnTo>
                  <a:cubicBezTo>
                    <a:pt x="7489" y="4939"/>
                    <a:pt x="7489" y="4606"/>
                    <a:pt x="7263" y="4606"/>
                  </a:cubicBezTo>
                  <a:lnTo>
                    <a:pt x="6370" y="4606"/>
                  </a:lnTo>
                  <a:lnTo>
                    <a:pt x="6370" y="3784"/>
                  </a:lnTo>
                  <a:lnTo>
                    <a:pt x="7263" y="3784"/>
                  </a:lnTo>
                  <a:cubicBezTo>
                    <a:pt x="7465" y="3760"/>
                    <a:pt x="7465" y="3463"/>
                    <a:pt x="7263" y="3451"/>
                  </a:cubicBezTo>
                  <a:lnTo>
                    <a:pt x="6370" y="3451"/>
                  </a:lnTo>
                  <a:lnTo>
                    <a:pt x="6370" y="2629"/>
                  </a:lnTo>
                  <a:lnTo>
                    <a:pt x="6965" y="2629"/>
                  </a:lnTo>
                  <a:cubicBezTo>
                    <a:pt x="7188" y="2629"/>
                    <a:pt x="7192" y="2295"/>
                    <a:pt x="6977" y="2295"/>
                  </a:cubicBezTo>
                  <a:cubicBezTo>
                    <a:pt x="6973" y="2295"/>
                    <a:pt x="6969" y="2296"/>
                    <a:pt x="6965" y="2296"/>
                  </a:cubicBezTo>
                  <a:lnTo>
                    <a:pt x="6370" y="2296"/>
                  </a:lnTo>
                  <a:lnTo>
                    <a:pt x="6370" y="1534"/>
                  </a:lnTo>
                  <a:lnTo>
                    <a:pt x="6489" y="1534"/>
                  </a:lnTo>
                  <a:cubicBezTo>
                    <a:pt x="6692" y="1510"/>
                    <a:pt x="6692" y="1212"/>
                    <a:pt x="6489" y="1200"/>
                  </a:cubicBezTo>
                  <a:lnTo>
                    <a:pt x="5370" y="1200"/>
                  </a:lnTo>
                  <a:lnTo>
                    <a:pt x="5370" y="450"/>
                  </a:lnTo>
                  <a:cubicBezTo>
                    <a:pt x="5370" y="337"/>
                    <a:pt x="5287" y="281"/>
                    <a:pt x="5203" y="281"/>
                  </a:cubicBezTo>
                  <a:cubicBezTo>
                    <a:pt x="5120" y="281"/>
                    <a:pt x="5037" y="337"/>
                    <a:pt x="5037" y="450"/>
                  </a:cubicBezTo>
                  <a:lnTo>
                    <a:pt x="5037" y="1200"/>
                  </a:lnTo>
                  <a:lnTo>
                    <a:pt x="4382" y="1200"/>
                  </a:lnTo>
                  <a:lnTo>
                    <a:pt x="4382" y="153"/>
                  </a:lnTo>
                  <a:cubicBezTo>
                    <a:pt x="4370" y="51"/>
                    <a:pt x="4289" y="1"/>
                    <a:pt x="4209" y="1"/>
                  </a:cubicBezTo>
                  <a:cubicBezTo>
                    <a:pt x="4129" y="1"/>
                    <a:pt x="4048" y="51"/>
                    <a:pt x="4036" y="153"/>
                  </a:cubicBezTo>
                  <a:lnTo>
                    <a:pt x="4036" y="1200"/>
                  </a:lnTo>
                  <a:lnTo>
                    <a:pt x="3393" y="1200"/>
                  </a:lnTo>
                  <a:lnTo>
                    <a:pt x="3393" y="153"/>
                  </a:lnTo>
                  <a:cubicBezTo>
                    <a:pt x="3382" y="51"/>
                    <a:pt x="3301" y="1"/>
                    <a:pt x="3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4"/>
            <p:cNvSpPr/>
            <p:nvPr/>
          </p:nvSpPr>
          <p:spPr>
            <a:xfrm>
              <a:off x="2566075" y="3191600"/>
              <a:ext cx="101225" cy="70275"/>
            </a:xfrm>
            <a:custGeom>
              <a:avLst/>
              <a:gdLst/>
              <a:ahLst/>
              <a:cxnLst/>
              <a:rect l="l" t="t" r="r" b="b"/>
              <a:pathLst>
                <a:path w="4049" h="2811" extrusionOk="0">
                  <a:moveTo>
                    <a:pt x="1" y="0"/>
                  </a:moveTo>
                  <a:cubicBezTo>
                    <a:pt x="418" y="869"/>
                    <a:pt x="703" y="1786"/>
                    <a:pt x="846" y="2739"/>
                  </a:cubicBezTo>
                  <a:cubicBezTo>
                    <a:pt x="858" y="2774"/>
                    <a:pt x="894" y="2810"/>
                    <a:pt x="941" y="2810"/>
                  </a:cubicBezTo>
                  <a:lnTo>
                    <a:pt x="3108" y="2810"/>
                  </a:lnTo>
                  <a:cubicBezTo>
                    <a:pt x="3156" y="2810"/>
                    <a:pt x="3192" y="2774"/>
                    <a:pt x="3204" y="2739"/>
                  </a:cubicBezTo>
                  <a:cubicBezTo>
                    <a:pt x="3346" y="1786"/>
                    <a:pt x="3632" y="869"/>
                    <a:pt x="4049" y="0"/>
                  </a:cubicBezTo>
                  <a:lnTo>
                    <a:pt x="2977" y="0"/>
                  </a:lnTo>
                  <a:cubicBezTo>
                    <a:pt x="2751" y="560"/>
                    <a:pt x="2596" y="1143"/>
                    <a:pt x="2489" y="1727"/>
                  </a:cubicBezTo>
                  <a:cubicBezTo>
                    <a:pt x="2453" y="1929"/>
                    <a:pt x="2287" y="2084"/>
                    <a:pt x="2084" y="2108"/>
                  </a:cubicBezTo>
                  <a:cubicBezTo>
                    <a:pt x="2068" y="2109"/>
                    <a:pt x="2052" y="2110"/>
                    <a:pt x="2036" y="2110"/>
                  </a:cubicBezTo>
                  <a:cubicBezTo>
                    <a:pt x="1818" y="2110"/>
                    <a:pt x="1630" y="1961"/>
                    <a:pt x="1596" y="1739"/>
                  </a:cubicBezTo>
                  <a:cubicBezTo>
                    <a:pt x="1477" y="1143"/>
                    <a:pt x="1310" y="572"/>
                    <a:pt x="10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4"/>
            <p:cNvSpPr/>
            <p:nvPr/>
          </p:nvSpPr>
          <p:spPr>
            <a:xfrm>
              <a:off x="2632150" y="3191600"/>
              <a:ext cx="35150" cy="70275"/>
            </a:xfrm>
            <a:custGeom>
              <a:avLst/>
              <a:gdLst/>
              <a:ahLst/>
              <a:cxnLst/>
              <a:rect l="l" t="t" r="r" b="b"/>
              <a:pathLst>
                <a:path w="1406" h="2811" extrusionOk="0">
                  <a:moveTo>
                    <a:pt x="715" y="0"/>
                  </a:moveTo>
                  <a:cubicBezTo>
                    <a:pt x="203" y="1024"/>
                    <a:pt x="120" y="2060"/>
                    <a:pt x="1" y="2810"/>
                  </a:cubicBezTo>
                  <a:lnTo>
                    <a:pt x="465" y="2810"/>
                  </a:lnTo>
                  <a:cubicBezTo>
                    <a:pt x="513" y="2810"/>
                    <a:pt x="549" y="2774"/>
                    <a:pt x="561" y="2739"/>
                  </a:cubicBezTo>
                  <a:cubicBezTo>
                    <a:pt x="703" y="1786"/>
                    <a:pt x="989" y="869"/>
                    <a:pt x="1406" y="0"/>
                  </a:cubicBezTo>
                  <a:close/>
                </a:path>
              </a:pathLst>
            </a:custGeom>
            <a:solidFill>
              <a:srgbClr val="191919">
                <a:alpha val="12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4"/>
            <p:cNvSpPr/>
            <p:nvPr/>
          </p:nvSpPr>
          <p:spPr>
            <a:xfrm>
              <a:off x="2511900" y="2974300"/>
              <a:ext cx="209575" cy="236375"/>
            </a:xfrm>
            <a:custGeom>
              <a:avLst/>
              <a:gdLst/>
              <a:ahLst/>
              <a:cxnLst/>
              <a:rect l="l" t="t" r="r" b="b"/>
              <a:pathLst>
                <a:path w="8383" h="9455" extrusionOk="0">
                  <a:moveTo>
                    <a:pt x="4192" y="691"/>
                  </a:moveTo>
                  <a:cubicBezTo>
                    <a:pt x="6121" y="691"/>
                    <a:pt x="7692" y="2501"/>
                    <a:pt x="7692" y="4727"/>
                  </a:cubicBezTo>
                  <a:cubicBezTo>
                    <a:pt x="7692" y="6954"/>
                    <a:pt x="6121" y="8764"/>
                    <a:pt x="4192" y="8764"/>
                  </a:cubicBezTo>
                  <a:cubicBezTo>
                    <a:pt x="2263" y="8764"/>
                    <a:pt x="691" y="6954"/>
                    <a:pt x="691" y="4727"/>
                  </a:cubicBezTo>
                  <a:cubicBezTo>
                    <a:pt x="691" y="2501"/>
                    <a:pt x="2263" y="691"/>
                    <a:pt x="4192" y="691"/>
                  </a:cubicBezTo>
                  <a:close/>
                  <a:moveTo>
                    <a:pt x="4192" y="1"/>
                  </a:moveTo>
                  <a:cubicBezTo>
                    <a:pt x="1882" y="1"/>
                    <a:pt x="1" y="2120"/>
                    <a:pt x="1" y="4727"/>
                  </a:cubicBezTo>
                  <a:cubicBezTo>
                    <a:pt x="1" y="7335"/>
                    <a:pt x="1882" y="9454"/>
                    <a:pt x="4192" y="9454"/>
                  </a:cubicBezTo>
                  <a:cubicBezTo>
                    <a:pt x="6502" y="9454"/>
                    <a:pt x="8383" y="7335"/>
                    <a:pt x="8383" y="4727"/>
                  </a:cubicBezTo>
                  <a:cubicBezTo>
                    <a:pt x="8383" y="2108"/>
                    <a:pt x="6502" y="1"/>
                    <a:pt x="4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4"/>
            <p:cNvSpPr/>
            <p:nvPr/>
          </p:nvSpPr>
          <p:spPr>
            <a:xfrm>
              <a:off x="2607750" y="2974175"/>
              <a:ext cx="113725" cy="236800"/>
            </a:xfrm>
            <a:custGeom>
              <a:avLst/>
              <a:gdLst/>
              <a:ahLst/>
              <a:cxnLst/>
              <a:rect l="l" t="t" r="r" b="b"/>
              <a:pathLst>
                <a:path w="4549" h="9472" extrusionOk="0">
                  <a:moveTo>
                    <a:pt x="253" y="1"/>
                  </a:moveTo>
                  <a:cubicBezTo>
                    <a:pt x="169" y="1"/>
                    <a:pt x="85" y="9"/>
                    <a:pt x="1" y="18"/>
                  </a:cubicBezTo>
                  <a:cubicBezTo>
                    <a:pt x="2096" y="220"/>
                    <a:pt x="3751" y="2244"/>
                    <a:pt x="3846" y="4518"/>
                  </a:cubicBezTo>
                  <a:lnTo>
                    <a:pt x="3846" y="4840"/>
                  </a:lnTo>
                  <a:cubicBezTo>
                    <a:pt x="3799" y="7185"/>
                    <a:pt x="2120" y="9245"/>
                    <a:pt x="1" y="9447"/>
                  </a:cubicBezTo>
                  <a:cubicBezTo>
                    <a:pt x="120" y="9459"/>
                    <a:pt x="239" y="9471"/>
                    <a:pt x="358" y="9471"/>
                  </a:cubicBezTo>
                  <a:cubicBezTo>
                    <a:pt x="2668" y="9471"/>
                    <a:pt x="4549" y="7352"/>
                    <a:pt x="4549" y="4732"/>
                  </a:cubicBezTo>
                  <a:cubicBezTo>
                    <a:pt x="4549" y="2125"/>
                    <a:pt x="2668" y="6"/>
                    <a:pt x="358" y="6"/>
                  </a:cubicBezTo>
                  <a:cubicBezTo>
                    <a:pt x="323" y="2"/>
                    <a:pt x="288" y="1"/>
                    <a:pt x="253" y="1"/>
                  </a:cubicBezTo>
                  <a:close/>
                </a:path>
              </a:pathLst>
            </a:custGeom>
            <a:solidFill>
              <a:srgbClr val="191919">
                <a:alpha val="12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9" name="Google Shape;619;p34"/>
          <p:cNvGrpSpPr/>
          <p:nvPr/>
        </p:nvGrpSpPr>
        <p:grpSpPr>
          <a:xfrm>
            <a:off x="1767427" y="1618845"/>
            <a:ext cx="515697" cy="384532"/>
            <a:chOff x="1515650" y="1976025"/>
            <a:chExt cx="290550" cy="216650"/>
          </a:xfrm>
        </p:grpSpPr>
        <p:sp>
          <p:nvSpPr>
            <p:cNvPr id="620" name="Google Shape;620;p34"/>
            <p:cNvSpPr/>
            <p:nvPr/>
          </p:nvSpPr>
          <p:spPr>
            <a:xfrm>
              <a:off x="1515650" y="2057150"/>
              <a:ext cx="290550" cy="135525"/>
            </a:xfrm>
            <a:custGeom>
              <a:avLst/>
              <a:gdLst/>
              <a:ahLst/>
              <a:cxnLst/>
              <a:rect l="l" t="t" r="r" b="b"/>
              <a:pathLst>
                <a:path w="11622" h="5421" extrusionOk="0">
                  <a:moveTo>
                    <a:pt x="1620" y="1373"/>
                  </a:moveTo>
                  <a:lnTo>
                    <a:pt x="1620" y="2051"/>
                  </a:lnTo>
                  <a:lnTo>
                    <a:pt x="953" y="2051"/>
                  </a:lnTo>
                  <a:lnTo>
                    <a:pt x="953" y="1373"/>
                  </a:lnTo>
                  <a:close/>
                  <a:moveTo>
                    <a:pt x="2620" y="1373"/>
                  </a:moveTo>
                  <a:lnTo>
                    <a:pt x="2620" y="2051"/>
                  </a:lnTo>
                  <a:lnTo>
                    <a:pt x="1953" y="2051"/>
                  </a:lnTo>
                  <a:lnTo>
                    <a:pt x="1953" y="1373"/>
                  </a:lnTo>
                  <a:close/>
                  <a:moveTo>
                    <a:pt x="3632" y="1373"/>
                  </a:moveTo>
                  <a:lnTo>
                    <a:pt x="3632" y="2051"/>
                  </a:lnTo>
                  <a:lnTo>
                    <a:pt x="2965" y="2051"/>
                  </a:lnTo>
                  <a:lnTo>
                    <a:pt x="2965" y="1373"/>
                  </a:lnTo>
                  <a:close/>
                  <a:moveTo>
                    <a:pt x="4632" y="1373"/>
                  </a:moveTo>
                  <a:lnTo>
                    <a:pt x="4632" y="2051"/>
                  </a:lnTo>
                  <a:lnTo>
                    <a:pt x="3965" y="2051"/>
                  </a:lnTo>
                  <a:lnTo>
                    <a:pt x="3965" y="1373"/>
                  </a:lnTo>
                  <a:close/>
                  <a:moveTo>
                    <a:pt x="5632" y="1373"/>
                  </a:moveTo>
                  <a:lnTo>
                    <a:pt x="5632" y="2051"/>
                  </a:lnTo>
                  <a:lnTo>
                    <a:pt x="4966" y="2051"/>
                  </a:lnTo>
                  <a:lnTo>
                    <a:pt x="4966" y="1373"/>
                  </a:lnTo>
                  <a:close/>
                  <a:moveTo>
                    <a:pt x="6632" y="1373"/>
                  </a:moveTo>
                  <a:lnTo>
                    <a:pt x="6632" y="2051"/>
                  </a:lnTo>
                  <a:lnTo>
                    <a:pt x="5978" y="2051"/>
                  </a:lnTo>
                  <a:lnTo>
                    <a:pt x="5978" y="1373"/>
                  </a:lnTo>
                  <a:close/>
                  <a:moveTo>
                    <a:pt x="7644" y="1373"/>
                  </a:moveTo>
                  <a:lnTo>
                    <a:pt x="7644" y="2051"/>
                  </a:lnTo>
                  <a:lnTo>
                    <a:pt x="6978" y="2051"/>
                  </a:lnTo>
                  <a:lnTo>
                    <a:pt x="6978" y="1373"/>
                  </a:lnTo>
                  <a:close/>
                  <a:moveTo>
                    <a:pt x="8645" y="1373"/>
                  </a:moveTo>
                  <a:lnTo>
                    <a:pt x="8645" y="2051"/>
                  </a:lnTo>
                  <a:lnTo>
                    <a:pt x="7990" y="2051"/>
                  </a:lnTo>
                  <a:lnTo>
                    <a:pt x="7990" y="1373"/>
                  </a:lnTo>
                  <a:close/>
                  <a:moveTo>
                    <a:pt x="9657" y="1373"/>
                  </a:moveTo>
                  <a:lnTo>
                    <a:pt x="9657" y="2051"/>
                  </a:lnTo>
                  <a:lnTo>
                    <a:pt x="8990" y="2051"/>
                  </a:lnTo>
                  <a:lnTo>
                    <a:pt x="8990" y="1373"/>
                  </a:lnTo>
                  <a:close/>
                  <a:moveTo>
                    <a:pt x="10669" y="1373"/>
                  </a:moveTo>
                  <a:lnTo>
                    <a:pt x="10669" y="2051"/>
                  </a:lnTo>
                  <a:lnTo>
                    <a:pt x="9990" y="2051"/>
                  </a:lnTo>
                  <a:lnTo>
                    <a:pt x="9990" y="1373"/>
                  </a:lnTo>
                  <a:close/>
                  <a:moveTo>
                    <a:pt x="1620" y="2385"/>
                  </a:moveTo>
                  <a:lnTo>
                    <a:pt x="1620" y="3064"/>
                  </a:lnTo>
                  <a:lnTo>
                    <a:pt x="953" y="3064"/>
                  </a:lnTo>
                  <a:lnTo>
                    <a:pt x="953" y="2385"/>
                  </a:lnTo>
                  <a:close/>
                  <a:moveTo>
                    <a:pt x="2632" y="2385"/>
                  </a:moveTo>
                  <a:lnTo>
                    <a:pt x="2620" y="3064"/>
                  </a:lnTo>
                  <a:lnTo>
                    <a:pt x="1953" y="3064"/>
                  </a:lnTo>
                  <a:lnTo>
                    <a:pt x="1953" y="2385"/>
                  </a:lnTo>
                  <a:close/>
                  <a:moveTo>
                    <a:pt x="3632" y="2385"/>
                  </a:moveTo>
                  <a:lnTo>
                    <a:pt x="3632" y="3064"/>
                  </a:lnTo>
                  <a:lnTo>
                    <a:pt x="2965" y="3064"/>
                  </a:lnTo>
                  <a:lnTo>
                    <a:pt x="2965" y="2385"/>
                  </a:lnTo>
                  <a:close/>
                  <a:moveTo>
                    <a:pt x="4632" y="2385"/>
                  </a:moveTo>
                  <a:lnTo>
                    <a:pt x="4632" y="3064"/>
                  </a:lnTo>
                  <a:lnTo>
                    <a:pt x="3965" y="3064"/>
                  </a:lnTo>
                  <a:lnTo>
                    <a:pt x="3965" y="2385"/>
                  </a:lnTo>
                  <a:close/>
                  <a:moveTo>
                    <a:pt x="5632" y="2385"/>
                  </a:moveTo>
                  <a:lnTo>
                    <a:pt x="5632" y="3064"/>
                  </a:lnTo>
                  <a:lnTo>
                    <a:pt x="4966" y="3064"/>
                  </a:lnTo>
                  <a:lnTo>
                    <a:pt x="4966" y="2385"/>
                  </a:lnTo>
                  <a:close/>
                  <a:moveTo>
                    <a:pt x="6644" y="2385"/>
                  </a:moveTo>
                  <a:lnTo>
                    <a:pt x="6632" y="3064"/>
                  </a:lnTo>
                  <a:lnTo>
                    <a:pt x="5978" y="3064"/>
                  </a:lnTo>
                  <a:lnTo>
                    <a:pt x="5978" y="2385"/>
                  </a:lnTo>
                  <a:close/>
                  <a:moveTo>
                    <a:pt x="7644" y="2385"/>
                  </a:moveTo>
                  <a:lnTo>
                    <a:pt x="7644" y="3064"/>
                  </a:lnTo>
                  <a:lnTo>
                    <a:pt x="6978" y="3064"/>
                  </a:lnTo>
                  <a:lnTo>
                    <a:pt x="6978" y="2385"/>
                  </a:lnTo>
                  <a:close/>
                  <a:moveTo>
                    <a:pt x="8645" y="2385"/>
                  </a:moveTo>
                  <a:lnTo>
                    <a:pt x="8645" y="3064"/>
                  </a:lnTo>
                  <a:lnTo>
                    <a:pt x="7978" y="3064"/>
                  </a:lnTo>
                  <a:lnTo>
                    <a:pt x="7978" y="2385"/>
                  </a:lnTo>
                  <a:close/>
                  <a:moveTo>
                    <a:pt x="9645" y="2385"/>
                  </a:moveTo>
                  <a:lnTo>
                    <a:pt x="9645" y="3064"/>
                  </a:lnTo>
                  <a:lnTo>
                    <a:pt x="8978" y="3064"/>
                  </a:lnTo>
                  <a:lnTo>
                    <a:pt x="8978" y="2385"/>
                  </a:lnTo>
                  <a:close/>
                  <a:moveTo>
                    <a:pt x="10669" y="2385"/>
                  </a:moveTo>
                  <a:lnTo>
                    <a:pt x="10669" y="3064"/>
                  </a:lnTo>
                  <a:lnTo>
                    <a:pt x="9990" y="3064"/>
                  </a:lnTo>
                  <a:lnTo>
                    <a:pt x="9990" y="2385"/>
                  </a:lnTo>
                  <a:close/>
                  <a:moveTo>
                    <a:pt x="2620" y="3397"/>
                  </a:moveTo>
                  <a:lnTo>
                    <a:pt x="2620" y="4064"/>
                  </a:lnTo>
                  <a:lnTo>
                    <a:pt x="1953" y="4064"/>
                  </a:lnTo>
                  <a:lnTo>
                    <a:pt x="1953" y="3397"/>
                  </a:lnTo>
                  <a:close/>
                  <a:moveTo>
                    <a:pt x="3632" y="3397"/>
                  </a:moveTo>
                  <a:lnTo>
                    <a:pt x="3632" y="4064"/>
                  </a:lnTo>
                  <a:lnTo>
                    <a:pt x="2965" y="4064"/>
                  </a:lnTo>
                  <a:lnTo>
                    <a:pt x="2965" y="3397"/>
                  </a:lnTo>
                  <a:close/>
                  <a:moveTo>
                    <a:pt x="4632" y="3397"/>
                  </a:moveTo>
                  <a:lnTo>
                    <a:pt x="4632" y="4064"/>
                  </a:lnTo>
                  <a:lnTo>
                    <a:pt x="3965" y="4064"/>
                  </a:lnTo>
                  <a:lnTo>
                    <a:pt x="3965" y="3397"/>
                  </a:lnTo>
                  <a:close/>
                  <a:moveTo>
                    <a:pt x="5632" y="3397"/>
                  </a:moveTo>
                  <a:lnTo>
                    <a:pt x="5632" y="4064"/>
                  </a:lnTo>
                  <a:lnTo>
                    <a:pt x="4966" y="4064"/>
                  </a:lnTo>
                  <a:lnTo>
                    <a:pt x="4966" y="3397"/>
                  </a:lnTo>
                  <a:close/>
                  <a:moveTo>
                    <a:pt x="6644" y="3397"/>
                  </a:moveTo>
                  <a:lnTo>
                    <a:pt x="6644" y="4064"/>
                  </a:lnTo>
                  <a:lnTo>
                    <a:pt x="5978" y="4064"/>
                  </a:lnTo>
                  <a:lnTo>
                    <a:pt x="5978" y="3397"/>
                  </a:lnTo>
                  <a:close/>
                  <a:moveTo>
                    <a:pt x="7644" y="3397"/>
                  </a:moveTo>
                  <a:lnTo>
                    <a:pt x="7644" y="4064"/>
                  </a:lnTo>
                  <a:lnTo>
                    <a:pt x="6978" y="4064"/>
                  </a:lnTo>
                  <a:lnTo>
                    <a:pt x="6978" y="3397"/>
                  </a:lnTo>
                  <a:close/>
                  <a:moveTo>
                    <a:pt x="8645" y="3397"/>
                  </a:moveTo>
                  <a:lnTo>
                    <a:pt x="8645" y="4064"/>
                  </a:lnTo>
                  <a:lnTo>
                    <a:pt x="7990" y="4064"/>
                  </a:lnTo>
                  <a:lnTo>
                    <a:pt x="7978" y="3397"/>
                  </a:lnTo>
                  <a:close/>
                  <a:moveTo>
                    <a:pt x="1620" y="3397"/>
                  </a:moveTo>
                  <a:lnTo>
                    <a:pt x="1620" y="4076"/>
                  </a:lnTo>
                  <a:lnTo>
                    <a:pt x="953" y="4076"/>
                  </a:lnTo>
                  <a:lnTo>
                    <a:pt x="953" y="3397"/>
                  </a:lnTo>
                  <a:close/>
                  <a:moveTo>
                    <a:pt x="9645" y="3397"/>
                  </a:moveTo>
                  <a:lnTo>
                    <a:pt x="9645" y="4076"/>
                  </a:lnTo>
                  <a:lnTo>
                    <a:pt x="8978" y="4076"/>
                  </a:lnTo>
                  <a:lnTo>
                    <a:pt x="8978" y="3397"/>
                  </a:lnTo>
                  <a:close/>
                  <a:moveTo>
                    <a:pt x="10669" y="3397"/>
                  </a:moveTo>
                  <a:lnTo>
                    <a:pt x="10669" y="4076"/>
                  </a:lnTo>
                  <a:lnTo>
                    <a:pt x="9990" y="4076"/>
                  </a:lnTo>
                  <a:lnTo>
                    <a:pt x="9990" y="3397"/>
                  </a:lnTo>
                  <a:close/>
                  <a:moveTo>
                    <a:pt x="1620" y="4409"/>
                  </a:moveTo>
                  <a:lnTo>
                    <a:pt x="1620" y="5076"/>
                  </a:lnTo>
                  <a:lnTo>
                    <a:pt x="953" y="5076"/>
                  </a:lnTo>
                  <a:lnTo>
                    <a:pt x="953" y="4409"/>
                  </a:lnTo>
                  <a:close/>
                  <a:moveTo>
                    <a:pt x="2620" y="4409"/>
                  </a:moveTo>
                  <a:lnTo>
                    <a:pt x="2620" y="5076"/>
                  </a:lnTo>
                  <a:lnTo>
                    <a:pt x="1953" y="5076"/>
                  </a:lnTo>
                  <a:lnTo>
                    <a:pt x="1953" y="4409"/>
                  </a:lnTo>
                  <a:close/>
                  <a:moveTo>
                    <a:pt x="3632" y="4409"/>
                  </a:moveTo>
                  <a:lnTo>
                    <a:pt x="3632" y="5076"/>
                  </a:lnTo>
                  <a:lnTo>
                    <a:pt x="2965" y="5076"/>
                  </a:lnTo>
                  <a:lnTo>
                    <a:pt x="2965" y="4409"/>
                  </a:lnTo>
                  <a:close/>
                  <a:moveTo>
                    <a:pt x="4632" y="4409"/>
                  </a:moveTo>
                  <a:lnTo>
                    <a:pt x="4632" y="5076"/>
                  </a:lnTo>
                  <a:lnTo>
                    <a:pt x="3965" y="5076"/>
                  </a:lnTo>
                  <a:lnTo>
                    <a:pt x="3965" y="4409"/>
                  </a:lnTo>
                  <a:close/>
                  <a:moveTo>
                    <a:pt x="5632" y="4409"/>
                  </a:moveTo>
                  <a:lnTo>
                    <a:pt x="5632" y="5076"/>
                  </a:lnTo>
                  <a:lnTo>
                    <a:pt x="4966" y="5076"/>
                  </a:lnTo>
                  <a:lnTo>
                    <a:pt x="4966" y="4409"/>
                  </a:lnTo>
                  <a:close/>
                  <a:moveTo>
                    <a:pt x="6644" y="4409"/>
                  </a:moveTo>
                  <a:lnTo>
                    <a:pt x="6644" y="5076"/>
                  </a:lnTo>
                  <a:lnTo>
                    <a:pt x="5978" y="5076"/>
                  </a:lnTo>
                  <a:lnTo>
                    <a:pt x="5978" y="4409"/>
                  </a:lnTo>
                  <a:close/>
                  <a:moveTo>
                    <a:pt x="7644" y="4409"/>
                  </a:moveTo>
                  <a:lnTo>
                    <a:pt x="7644" y="5076"/>
                  </a:lnTo>
                  <a:lnTo>
                    <a:pt x="6978" y="5076"/>
                  </a:lnTo>
                  <a:lnTo>
                    <a:pt x="6978" y="4409"/>
                  </a:lnTo>
                  <a:close/>
                  <a:moveTo>
                    <a:pt x="8645" y="4409"/>
                  </a:moveTo>
                  <a:lnTo>
                    <a:pt x="8645" y="5076"/>
                  </a:lnTo>
                  <a:lnTo>
                    <a:pt x="7990" y="5076"/>
                  </a:lnTo>
                  <a:lnTo>
                    <a:pt x="7978" y="4409"/>
                  </a:lnTo>
                  <a:close/>
                  <a:moveTo>
                    <a:pt x="9645" y="4409"/>
                  </a:moveTo>
                  <a:lnTo>
                    <a:pt x="9645" y="5076"/>
                  </a:lnTo>
                  <a:lnTo>
                    <a:pt x="8978" y="5076"/>
                  </a:lnTo>
                  <a:lnTo>
                    <a:pt x="8978" y="4409"/>
                  </a:lnTo>
                  <a:close/>
                  <a:moveTo>
                    <a:pt x="10669" y="4409"/>
                  </a:moveTo>
                  <a:lnTo>
                    <a:pt x="10669" y="5076"/>
                  </a:lnTo>
                  <a:lnTo>
                    <a:pt x="9990" y="5076"/>
                  </a:lnTo>
                  <a:lnTo>
                    <a:pt x="9990" y="4409"/>
                  </a:lnTo>
                  <a:close/>
                  <a:moveTo>
                    <a:pt x="2799" y="1"/>
                  </a:moveTo>
                  <a:cubicBezTo>
                    <a:pt x="2715" y="1"/>
                    <a:pt x="2632" y="57"/>
                    <a:pt x="2632" y="170"/>
                  </a:cubicBezTo>
                  <a:lnTo>
                    <a:pt x="2632" y="1039"/>
                  </a:lnTo>
                  <a:lnTo>
                    <a:pt x="1965" y="1039"/>
                  </a:lnTo>
                  <a:lnTo>
                    <a:pt x="1965" y="170"/>
                  </a:lnTo>
                  <a:cubicBezTo>
                    <a:pt x="1953" y="69"/>
                    <a:pt x="1873" y="19"/>
                    <a:pt x="1794" y="19"/>
                  </a:cubicBezTo>
                  <a:cubicBezTo>
                    <a:pt x="1715" y="19"/>
                    <a:pt x="1638" y="69"/>
                    <a:pt x="1632" y="170"/>
                  </a:cubicBezTo>
                  <a:lnTo>
                    <a:pt x="1632" y="1039"/>
                  </a:lnTo>
                  <a:lnTo>
                    <a:pt x="965" y="1039"/>
                  </a:lnTo>
                  <a:lnTo>
                    <a:pt x="965" y="170"/>
                  </a:lnTo>
                  <a:cubicBezTo>
                    <a:pt x="953" y="69"/>
                    <a:pt x="873" y="19"/>
                    <a:pt x="792" y="19"/>
                  </a:cubicBezTo>
                  <a:cubicBezTo>
                    <a:pt x="712" y="19"/>
                    <a:pt x="632" y="69"/>
                    <a:pt x="620" y="170"/>
                  </a:cubicBezTo>
                  <a:lnTo>
                    <a:pt x="620" y="1039"/>
                  </a:lnTo>
                  <a:lnTo>
                    <a:pt x="227" y="1039"/>
                  </a:lnTo>
                  <a:cubicBezTo>
                    <a:pt x="24" y="1051"/>
                    <a:pt x="24" y="1349"/>
                    <a:pt x="227" y="1373"/>
                  </a:cubicBezTo>
                  <a:lnTo>
                    <a:pt x="620" y="1373"/>
                  </a:lnTo>
                  <a:lnTo>
                    <a:pt x="620" y="2051"/>
                  </a:lnTo>
                  <a:lnTo>
                    <a:pt x="227" y="2051"/>
                  </a:lnTo>
                  <a:cubicBezTo>
                    <a:pt x="1" y="2051"/>
                    <a:pt x="1" y="2385"/>
                    <a:pt x="227" y="2385"/>
                  </a:cubicBezTo>
                  <a:lnTo>
                    <a:pt x="620" y="2385"/>
                  </a:lnTo>
                  <a:lnTo>
                    <a:pt x="620" y="3064"/>
                  </a:lnTo>
                  <a:lnTo>
                    <a:pt x="227" y="3064"/>
                  </a:lnTo>
                  <a:cubicBezTo>
                    <a:pt x="24" y="3075"/>
                    <a:pt x="24" y="3373"/>
                    <a:pt x="227" y="3397"/>
                  </a:cubicBezTo>
                  <a:lnTo>
                    <a:pt x="620" y="3397"/>
                  </a:lnTo>
                  <a:lnTo>
                    <a:pt x="620" y="4064"/>
                  </a:lnTo>
                  <a:lnTo>
                    <a:pt x="227" y="4064"/>
                  </a:lnTo>
                  <a:cubicBezTo>
                    <a:pt x="1" y="4076"/>
                    <a:pt x="1" y="4409"/>
                    <a:pt x="227" y="4409"/>
                  </a:cubicBezTo>
                  <a:lnTo>
                    <a:pt x="620" y="4409"/>
                  </a:lnTo>
                  <a:lnTo>
                    <a:pt x="620" y="5076"/>
                  </a:lnTo>
                  <a:lnTo>
                    <a:pt x="227" y="5076"/>
                  </a:lnTo>
                  <a:cubicBezTo>
                    <a:pt x="24" y="5099"/>
                    <a:pt x="24" y="5397"/>
                    <a:pt x="227" y="5421"/>
                  </a:cubicBezTo>
                  <a:lnTo>
                    <a:pt x="11395" y="5421"/>
                  </a:lnTo>
                  <a:cubicBezTo>
                    <a:pt x="11597" y="5397"/>
                    <a:pt x="11597" y="5099"/>
                    <a:pt x="11395" y="5076"/>
                  </a:cubicBezTo>
                  <a:lnTo>
                    <a:pt x="11002" y="5076"/>
                  </a:lnTo>
                  <a:lnTo>
                    <a:pt x="11002" y="4409"/>
                  </a:lnTo>
                  <a:lnTo>
                    <a:pt x="11395" y="4409"/>
                  </a:lnTo>
                  <a:cubicBezTo>
                    <a:pt x="11621" y="4409"/>
                    <a:pt x="11621" y="4064"/>
                    <a:pt x="11395" y="4064"/>
                  </a:cubicBezTo>
                  <a:lnTo>
                    <a:pt x="11002" y="4064"/>
                  </a:lnTo>
                  <a:lnTo>
                    <a:pt x="11002" y="3397"/>
                  </a:lnTo>
                  <a:lnTo>
                    <a:pt x="11395" y="3397"/>
                  </a:lnTo>
                  <a:cubicBezTo>
                    <a:pt x="11597" y="3373"/>
                    <a:pt x="11597" y="3075"/>
                    <a:pt x="11395" y="3064"/>
                  </a:cubicBezTo>
                  <a:lnTo>
                    <a:pt x="11002" y="3064"/>
                  </a:lnTo>
                  <a:lnTo>
                    <a:pt x="11002" y="2385"/>
                  </a:lnTo>
                  <a:lnTo>
                    <a:pt x="11395" y="2385"/>
                  </a:lnTo>
                  <a:cubicBezTo>
                    <a:pt x="11621" y="2385"/>
                    <a:pt x="11621" y="2051"/>
                    <a:pt x="11395" y="2051"/>
                  </a:cubicBezTo>
                  <a:lnTo>
                    <a:pt x="11002" y="2051"/>
                  </a:lnTo>
                  <a:lnTo>
                    <a:pt x="11002" y="1373"/>
                  </a:lnTo>
                  <a:lnTo>
                    <a:pt x="11395" y="1373"/>
                  </a:lnTo>
                  <a:cubicBezTo>
                    <a:pt x="11597" y="1349"/>
                    <a:pt x="11597" y="1051"/>
                    <a:pt x="11395" y="1039"/>
                  </a:cubicBezTo>
                  <a:lnTo>
                    <a:pt x="11002" y="1039"/>
                  </a:lnTo>
                  <a:lnTo>
                    <a:pt x="11002" y="170"/>
                  </a:lnTo>
                  <a:cubicBezTo>
                    <a:pt x="10990" y="69"/>
                    <a:pt x="10910" y="19"/>
                    <a:pt x="10829" y="19"/>
                  </a:cubicBezTo>
                  <a:cubicBezTo>
                    <a:pt x="10749" y="19"/>
                    <a:pt x="10669" y="69"/>
                    <a:pt x="10657" y="170"/>
                  </a:cubicBezTo>
                  <a:lnTo>
                    <a:pt x="10657" y="1039"/>
                  </a:lnTo>
                  <a:lnTo>
                    <a:pt x="9990" y="1039"/>
                  </a:lnTo>
                  <a:lnTo>
                    <a:pt x="9990" y="170"/>
                  </a:lnTo>
                  <a:cubicBezTo>
                    <a:pt x="9984" y="69"/>
                    <a:pt x="9904" y="19"/>
                    <a:pt x="9823" y="19"/>
                  </a:cubicBezTo>
                  <a:cubicBezTo>
                    <a:pt x="9743" y="19"/>
                    <a:pt x="9663" y="69"/>
                    <a:pt x="9657" y="170"/>
                  </a:cubicBezTo>
                  <a:lnTo>
                    <a:pt x="9657" y="1039"/>
                  </a:lnTo>
                  <a:lnTo>
                    <a:pt x="8990" y="1039"/>
                  </a:lnTo>
                  <a:lnTo>
                    <a:pt x="8990" y="170"/>
                  </a:lnTo>
                  <a:cubicBezTo>
                    <a:pt x="8990" y="57"/>
                    <a:pt x="8907" y="1"/>
                    <a:pt x="8823" y="1"/>
                  </a:cubicBezTo>
                  <a:cubicBezTo>
                    <a:pt x="8740" y="1"/>
                    <a:pt x="8656" y="57"/>
                    <a:pt x="8656" y="170"/>
                  </a:cubicBezTo>
                  <a:lnTo>
                    <a:pt x="8656" y="1039"/>
                  </a:lnTo>
                  <a:lnTo>
                    <a:pt x="7990" y="1039"/>
                  </a:lnTo>
                  <a:lnTo>
                    <a:pt x="7990" y="170"/>
                  </a:lnTo>
                  <a:cubicBezTo>
                    <a:pt x="7984" y="57"/>
                    <a:pt x="7897" y="1"/>
                    <a:pt x="7813" y="1"/>
                  </a:cubicBezTo>
                  <a:cubicBezTo>
                    <a:pt x="7728" y="1"/>
                    <a:pt x="7644" y="57"/>
                    <a:pt x="7644" y="170"/>
                  </a:cubicBezTo>
                  <a:lnTo>
                    <a:pt x="7644" y="1039"/>
                  </a:lnTo>
                  <a:lnTo>
                    <a:pt x="6978" y="1039"/>
                  </a:lnTo>
                  <a:lnTo>
                    <a:pt x="6978" y="170"/>
                  </a:lnTo>
                  <a:cubicBezTo>
                    <a:pt x="6972" y="69"/>
                    <a:pt x="6891" y="19"/>
                    <a:pt x="6811" y="19"/>
                  </a:cubicBezTo>
                  <a:cubicBezTo>
                    <a:pt x="6731" y="19"/>
                    <a:pt x="6650" y="69"/>
                    <a:pt x="6644" y="170"/>
                  </a:cubicBezTo>
                  <a:lnTo>
                    <a:pt x="6644" y="1039"/>
                  </a:lnTo>
                  <a:lnTo>
                    <a:pt x="5978" y="1039"/>
                  </a:lnTo>
                  <a:lnTo>
                    <a:pt x="5978" y="170"/>
                  </a:lnTo>
                  <a:cubicBezTo>
                    <a:pt x="5966" y="69"/>
                    <a:pt x="5885" y="19"/>
                    <a:pt x="5806" y="19"/>
                  </a:cubicBezTo>
                  <a:cubicBezTo>
                    <a:pt x="5728" y="19"/>
                    <a:pt x="5650" y="69"/>
                    <a:pt x="5644" y="170"/>
                  </a:cubicBezTo>
                  <a:lnTo>
                    <a:pt x="5644" y="1039"/>
                  </a:lnTo>
                  <a:lnTo>
                    <a:pt x="4977" y="1039"/>
                  </a:lnTo>
                  <a:lnTo>
                    <a:pt x="4977" y="170"/>
                  </a:lnTo>
                  <a:cubicBezTo>
                    <a:pt x="4966" y="69"/>
                    <a:pt x="4885" y="19"/>
                    <a:pt x="4805" y="19"/>
                  </a:cubicBezTo>
                  <a:cubicBezTo>
                    <a:pt x="4724" y="19"/>
                    <a:pt x="4644" y="69"/>
                    <a:pt x="4632" y="170"/>
                  </a:cubicBezTo>
                  <a:lnTo>
                    <a:pt x="4632" y="1039"/>
                  </a:lnTo>
                  <a:lnTo>
                    <a:pt x="3965" y="1039"/>
                  </a:lnTo>
                  <a:lnTo>
                    <a:pt x="3965" y="170"/>
                  </a:lnTo>
                  <a:cubicBezTo>
                    <a:pt x="3965" y="57"/>
                    <a:pt x="3882" y="1"/>
                    <a:pt x="3799" y="1"/>
                  </a:cubicBezTo>
                  <a:cubicBezTo>
                    <a:pt x="3715" y="1"/>
                    <a:pt x="3632" y="57"/>
                    <a:pt x="3632" y="170"/>
                  </a:cubicBezTo>
                  <a:lnTo>
                    <a:pt x="3632" y="1039"/>
                  </a:lnTo>
                  <a:lnTo>
                    <a:pt x="2965" y="1039"/>
                  </a:lnTo>
                  <a:lnTo>
                    <a:pt x="2965" y="170"/>
                  </a:lnTo>
                  <a:cubicBezTo>
                    <a:pt x="2965" y="57"/>
                    <a:pt x="2882" y="1"/>
                    <a:pt x="2799" y="1"/>
                  </a:cubicBezTo>
                  <a:close/>
                </a:path>
              </a:pathLst>
            </a:custGeom>
            <a:solidFill>
              <a:srgbClr val="808F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4"/>
            <p:cNvSpPr/>
            <p:nvPr/>
          </p:nvSpPr>
          <p:spPr>
            <a:xfrm>
              <a:off x="1567500" y="1984525"/>
              <a:ext cx="15125" cy="11625"/>
            </a:xfrm>
            <a:custGeom>
              <a:avLst/>
              <a:gdLst/>
              <a:ahLst/>
              <a:cxnLst/>
              <a:rect l="l" t="t" r="r" b="b"/>
              <a:pathLst>
                <a:path w="605" h="465" extrusionOk="0">
                  <a:moveTo>
                    <a:pt x="248" y="1"/>
                  </a:moveTo>
                  <a:cubicBezTo>
                    <a:pt x="113" y="1"/>
                    <a:pt x="1" y="170"/>
                    <a:pt x="129" y="289"/>
                  </a:cubicBezTo>
                  <a:lnTo>
                    <a:pt x="248" y="408"/>
                  </a:lnTo>
                  <a:cubicBezTo>
                    <a:pt x="285" y="448"/>
                    <a:pt x="327" y="465"/>
                    <a:pt x="367" y="465"/>
                  </a:cubicBezTo>
                  <a:cubicBezTo>
                    <a:pt x="495" y="465"/>
                    <a:pt x="604" y="297"/>
                    <a:pt x="486" y="170"/>
                  </a:cubicBezTo>
                  <a:lnTo>
                    <a:pt x="367" y="51"/>
                  </a:lnTo>
                  <a:cubicBezTo>
                    <a:pt x="329" y="16"/>
                    <a:pt x="287" y="1"/>
                    <a:pt x="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4"/>
            <p:cNvSpPr/>
            <p:nvPr/>
          </p:nvSpPr>
          <p:spPr>
            <a:xfrm>
              <a:off x="1587950" y="1976025"/>
              <a:ext cx="9575" cy="13075"/>
            </a:xfrm>
            <a:custGeom>
              <a:avLst/>
              <a:gdLst/>
              <a:ahLst/>
              <a:cxnLst/>
              <a:rect l="l" t="t" r="r" b="b"/>
              <a:pathLst>
                <a:path w="383" h="523" extrusionOk="0">
                  <a:moveTo>
                    <a:pt x="182" y="0"/>
                  </a:moveTo>
                  <a:cubicBezTo>
                    <a:pt x="92" y="0"/>
                    <a:pt x="1" y="67"/>
                    <a:pt x="14" y="189"/>
                  </a:cubicBezTo>
                  <a:lnTo>
                    <a:pt x="14" y="201"/>
                  </a:lnTo>
                  <a:lnTo>
                    <a:pt x="38" y="367"/>
                  </a:lnTo>
                  <a:cubicBezTo>
                    <a:pt x="38" y="451"/>
                    <a:pt x="109" y="510"/>
                    <a:pt x="204" y="522"/>
                  </a:cubicBezTo>
                  <a:lnTo>
                    <a:pt x="216" y="522"/>
                  </a:lnTo>
                  <a:cubicBezTo>
                    <a:pt x="311" y="510"/>
                    <a:pt x="383" y="427"/>
                    <a:pt x="371" y="332"/>
                  </a:cubicBezTo>
                  <a:lnTo>
                    <a:pt x="371" y="320"/>
                  </a:lnTo>
                  <a:lnTo>
                    <a:pt x="347" y="153"/>
                  </a:lnTo>
                  <a:cubicBezTo>
                    <a:pt x="336" y="49"/>
                    <a:pt x="259" y="0"/>
                    <a:pt x="1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4"/>
            <p:cNvSpPr/>
            <p:nvPr/>
          </p:nvSpPr>
          <p:spPr>
            <a:xfrm>
              <a:off x="1559100" y="2003275"/>
              <a:ext cx="16600" cy="9050"/>
            </a:xfrm>
            <a:custGeom>
              <a:avLst/>
              <a:gdLst/>
              <a:ahLst/>
              <a:cxnLst/>
              <a:rect l="l" t="t" r="r" b="b"/>
              <a:pathLst>
                <a:path w="664" h="362" extrusionOk="0">
                  <a:moveTo>
                    <a:pt x="242" y="1"/>
                  </a:moveTo>
                  <a:cubicBezTo>
                    <a:pt x="43" y="1"/>
                    <a:pt x="1" y="303"/>
                    <a:pt x="215" y="337"/>
                  </a:cubicBezTo>
                  <a:lnTo>
                    <a:pt x="227" y="337"/>
                  </a:lnTo>
                  <a:lnTo>
                    <a:pt x="394" y="361"/>
                  </a:lnTo>
                  <a:lnTo>
                    <a:pt x="418" y="361"/>
                  </a:lnTo>
                  <a:cubicBezTo>
                    <a:pt x="422" y="361"/>
                    <a:pt x="426" y="361"/>
                    <a:pt x="429" y="361"/>
                  </a:cubicBezTo>
                  <a:cubicBezTo>
                    <a:pt x="645" y="361"/>
                    <a:pt x="664" y="39"/>
                    <a:pt x="441" y="27"/>
                  </a:cubicBezTo>
                  <a:lnTo>
                    <a:pt x="275" y="4"/>
                  </a:lnTo>
                  <a:cubicBezTo>
                    <a:pt x="263" y="2"/>
                    <a:pt x="252" y="1"/>
                    <a:pt x="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4"/>
            <p:cNvSpPr/>
            <p:nvPr/>
          </p:nvSpPr>
          <p:spPr>
            <a:xfrm>
              <a:off x="1517150" y="2044125"/>
              <a:ext cx="287550" cy="17300"/>
            </a:xfrm>
            <a:custGeom>
              <a:avLst/>
              <a:gdLst/>
              <a:ahLst/>
              <a:cxnLst/>
              <a:rect l="l" t="t" r="r" b="b"/>
              <a:pathLst>
                <a:path w="11502" h="692" extrusionOk="0">
                  <a:moveTo>
                    <a:pt x="84" y="1"/>
                  </a:moveTo>
                  <a:cubicBezTo>
                    <a:pt x="36" y="1"/>
                    <a:pt x="0" y="36"/>
                    <a:pt x="0" y="84"/>
                  </a:cubicBezTo>
                  <a:lnTo>
                    <a:pt x="0" y="608"/>
                  </a:lnTo>
                  <a:cubicBezTo>
                    <a:pt x="0" y="656"/>
                    <a:pt x="36" y="691"/>
                    <a:pt x="84" y="691"/>
                  </a:cubicBezTo>
                  <a:lnTo>
                    <a:pt x="11418" y="691"/>
                  </a:lnTo>
                  <a:cubicBezTo>
                    <a:pt x="11466" y="691"/>
                    <a:pt x="11502" y="656"/>
                    <a:pt x="11502" y="596"/>
                  </a:cubicBezTo>
                  <a:lnTo>
                    <a:pt x="11502" y="84"/>
                  </a:lnTo>
                  <a:cubicBezTo>
                    <a:pt x="11502" y="36"/>
                    <a:pt x="11466" y="1"/>
                    <a:pt x="11418" y="1"/>
                  </a:cubicBezTo>
                  <a:close/>
                </a:path>
              </a:pathLst>
            </a:custGeom>
            <a:solidFill>
              <a:srgbClr val="FF9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4"/>
            <p:cNvSpPr/>
            <p:nvPr/>
          </p:nvSpPr>
          <p:spPr>
            <a:xfrm>
              <a:off x="1787425" y="2044125"/>
              <a:ext cx="17275" cy="17300"/>
            </a:xfrm>
            <a:custGeom>
              <a:avLst/>
              <a:gdLst/>
              <a:ahLst/>
              <a:cxnLst/>
              <a:rect l="l" t="t" r="r" b="b"/>
              <a:pathLst>
                <a:path w="691" h="692" extrusionOk="0">
                  <a:moveTo>
                    <a:pt x="0" y="1"/>
                  </a:moveTo>
                  <a:lnTo>
                    <a:pt x="0" y="691"/>
                  </a:lnTo>
                  <a:lnTo>
                    <a:pt x="607" y="691"/>
                  </a:lnTo>
                  <a:cubicBezTo>
                    <a:pt x="655" y="691"/>
                    <a:pt x="691" y="656"/>
                    <a:pt x="691" y="608"/>
                  </a:cubicBezTo>
                  <a:lnTo>
                    <a:pt x="691" y="84"/>
                  </a:lnTo>
                  <a:cubicBezTo>
                    <a:pt x="691" y="36"/>
                    <a:pt x="655" y="1"/>
                    <a:pt x="607" y="1"/>
                  </a:cubicBezTo>
                  <a:close/>
                </a:path>
              </a:pathLst>
            </a:custGeom>
            <a:solidFill>
              <a:srgbClr val="FF9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4"/>
            <p:cNvSpPr/>
            <p:nvPr/>
          </p:nvSpPr>
          <p:spPr>
            <a:xfrm>
              <a:off x="1567150" y="1994200"/>
              <a:ext cx="106575" cy="80025"/>
            </a:xfrm>
            <a:custGeom>
              <a:avLst/>
              <a:gdLst/>
              <a:ahLst/>
              <a:cxnLst/>
              <a:rect l="l" t="t" r="r" b="b"/>
              <a:pathLst>
                <a:path w="4263" h="3201" extrusionOk="0">
                  <a:moveTo>
                    <a:pt x="2132" y="0"/>
                  </a:moveTo>
                  <a:cubicBezTo>
                    <a:pt x="1724" y="0"/>
                    <a:pt x="1316" y="158"/>
                    <a:pt x="1001" y="474"/>
                  </a:cubicBezTo>
                  <a:cubicBezTo>
                    <a:pt x="0" y="1474"/>
                    <a:pt x="703" y="3200"/>
                    <a:pt x="2132" y="3200"/>
                  </a:cubicBezTo>
                  <a:cubicBezTo>
                    <a:pt x="3548" y="3200"/>
                    <a:pt x="4263" y="1474"/>
                    <a:pt x="3263" y="474"/>
                  </a:cubicBezTo>
                  <a:cubicBezTo>
                    <a:pt x="2947" y="158"/>
                    <a:pt x="2539" y="0"/>
                    <a:pt x="2132" y="0"/>
                  </a:cubicBezTo>
                  <a:close/>
                </a:path>
              </a:pathLst>
            </a:custGeom>
            <a:solidFill>
              <a:srgbClr val="FF9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4"/>
            <p:cNvSpPr/>
            <p:nvPr/>
          </p:nvSpPr>
          <p:spPr>
            <a:xfrm>
              <a:off x="1576975" y="1994300"/>
              <a:ext cx="86925" cy="79875"/>
            </a:xfrm>
            <a:custGeom>
              <a:avLst/>
              <a:gdLst/>
              <a:ahLst/>
              <a:cxnLst/>
              <a:rect l="l" t="t" r="r" b="b"/>
              <a:pathLst>
                <a:path w="3477" h="3195" extrusionOk="0">
                  <a:moveTo>
                    <a:pt x="1740" y="1"/>
                  </a:moveTo>
                  <a:cubicBezTo>
                    <a:pt x="1181" y="1"/>
                    <a:pt x="648" y="295"/>
                    <a:pt x="358" y="803"/>
                  </a:cubicBezTo>
                  <a:cubicBezTo>
                    <a:pt x="358" y="803"/>
                    <a:pt x="548" y="1065"/>
                    <a:pt x="203" y="1148"/>
                  </a:cubicBezTo>
                  <a:cubicBezTo>
                    <a:pt x="0" y="1839"/>
                    <a:pt x="286" y="2577"/>
                    <a:pt x="893" y="2958"/>
                  </a:cubicBezTo>
                  <a:cubicBezTo>
                    <a:pt x="919" y="2950"/>
                    <a:pt x="945" y="2946"/>
                    <a:pt x="972" y="2946"/>
                  </a:cubicBezTo>
                  <a:cubicBezTo>
                    <a:pt x="1021" y="2946"/>
                    <a:pt x="1069" y="2959"/>
                    <a:pt x="1108" y="2982"/>
                  </a:cubicBezTo>
                  <a:cubicBezTo>
                    <a:pt x="1215" y="3041"/>
                    <a:pt x="1227" y="3113"/>
                    <a:pt x="1227" y="3113"/>
                  </a:cubicBezTo>
                  <a:cubicBezTo>
                    <a:pt x="1394" y="3168"/>
                    <a:pt x="1565" y="3194"/>
                    <a:pt x="1734" y="3194"/>
                  </a:cubicBezTo>
                  <a:cubicBezTo>
                    <a:pt x="2299" y="3194"/>
                    <a:pt x="2838" y="2900"/>
                    <a:pt x="3132" y="2387"/>
                  </a:cubicBezTo>
                  <a:cubicBezTo>
                    <a:pt x="3072" y="2101"/>
                    <a:pt x="3275" y="2041"/>
                    <a:pt x="3275" y="2041"/>
                  </a:cubicBezTo>
                  <a:cubicBezTo>
                    <a:pt x="3477" y="1351"/>
                    <a:pt x="3191" y="625"/>
                    <a:pt x="2584" y="244"/>
                  </a:cubicBezTo>
                  <a:cubicBezTo>
                    <a:pt x="2523" y="262"/>
                    <a:pt x="2474" y="269"/>
                    <a:pt x="2434" y="269"/>
                  </a:cubicBezTo>
                  <a:cubicBezTo>
                    <a:pt x="2238" y="269"/>
                    <a:pt x="2263" y="89"/>
                    <a:pt x="2263" y="89"/>
                  </a:cubicBezTo>
                  <a:cubicBezTo>
                    <a:pt x="2090" y="29"/>
                    <a:pt x="1914" y="1"/>
                    <a:pt x="1740" y="1"/>
                  </a:cubicBezTo>
                  <a:close/>
                </a:path>
              </a:pathLst>
            </a:custGeom>
            <a:solidFill>
              <a:srgbClr val="CDF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4"/>
            <p:cNvSpPr/>
            <p:nvPr/>
          </p:nvSpPr>
          <p:spPr>
            <a:xfrm>
              <a:off x="1611800" y="1994275"/>
              <a:ext cx="52100" cy="79925"/>
            </a:xfrm>
            <a:custGeom>
              <a:avLst/>
              <a:gdLst/>
              <a:ahLst/>
              <a:cxnLst/>
              <a:rect l="l" t="t" r="r" b="b"/>
              <a:pathLst>
                <a:path w="2084" h="3197" extrusionOk="0">
                  <a:moveTo>
                    <a:pt x="343" y="1"/>
                  </a:moveTo>
                  <a:cubicBezTo>
                    <a:pt x="228" y="1"/>
                    <a:pt x="113" y="14"/>
                    <a:pt x="0" y="42"/>
                  </a:cubicBezTo>
                  <a:cubicBezTo>
                    <a:pt x="1548" y="387"/>
                    <a:pt x="1703" y="2531"/>
                    <a:pt x="227" y="3090"/>
                  </a:cubicBezTo>
                  <a:cubicBezTo>
                    <a:pt x="143" y="3114"/>
                    <a:pt x="72" y="3138"/>
                    <a:pt x="0" y="3162"/>
                  </a:cubicBezTo>
                  <a:cubicBezTo>
                    <a:pt x="112" y="3185"/>
                    <a:pt x="225" y="3196"/>
                    <a:pt x="336" y="3196"/>
                  </a:cubicBezTo>
                  <a:cubicBezTo>
                    <a:pt x="910" y="3196"/>
                    <a:pt x="1449" y="2896"/>
                    <a:pt x="1739" y="2388"/>
                  </a:cubicBezTo>
                  <a:cubicBezTo>
                    <a:pt x="1679" y="2102"/>
                    <a:pt x="1882" y="2042"/>
                    <a:pt x="1882" y="2042"/>
                  </a:cubicBezTo>
                  <a:cubicBezTo>
                    <a:pt x="2084" y="1352"/>
                    <a:pt x="1798" y="626"/>
                    <a:pt x="1191" y="245"/>
                  </a:cubicBezTo>
                  <a:cubicBezTo>
                    <a:pt x="1130" y="263"/>
                    <a:pt x="1081" y="270"/>
                    <a:pt x="1041" y="270"/>
                  </a:cubicBezTo>
                  <a:cubicBezTo>
                    <a:pt x="845" y="270"/>
                    <a:pt x="870" y="90"/>
                    <a:pt x="870" y="90"/>
                  </a:cubicBezTo>
                  <a:cubicBezTo>
                    <a:pt x="696" y="32"/>
                    <a:pt x="519" y="1"/>
                    <a:pt x="343" y="1"/>
                  </a:cubicBezTo>
                  <a:close/>
                </a:path>
              </a:pathLst>
            </a:custGeom>
            <a:solidFill>
              <a:srgbClr val="191919">
                <a:alpha val="12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4"/>
            <p:cNvSpPr/>
            <p:nvPr/>
          </p:nvSpPr>
          <p:spPr>
            <a:xfrm>
              <a:off x="1582025" y="1996500"/>
              <a:ext cx="59550" cy="26525"/>
            </a:xfrm>
            <a:custGeom>
              <a:avLst/>
              <a:gdLst/>
              <a:ahLst/>
              <a:cxnLst/>
              <a:rect l="l" t="t" r="r" b="b"/>
              <a:pathLst>
                <a:path w="2382" h="1061" extrusionOk="0">
                  <a:moveTo>
                    <a:pt x="2061" y="1"/>
                  </a:moveTo>
                  <a:cubicBezTo>
                    <a:pt x="1513" y="429"/>
                    <a:pt x="846" y="679"/>
                    <a:pt x="156" y="727"/>
                  </a:cubicBezTo>
                  <a:cubicBezTo>
                    <a:pt x="96" y="822"/>
                    <a:pt x="36" y="941"/>
                    <a:pt x="1" y="1060"/>
                  </a:cubicBezTo>
                  <a:lnTo>
                    <a:pt x="96" y="1060"/>
                  </a:lnTo>
                  <a:cubicBezTo>
                    <a:pt x="501" y="1048"/>
                    <a:pt x="906" y="977"/>
                    <a:pt x="1287" y="822"/>
                  </a:cubicBezTo>
                  <a:cubicBezTo>
                    <a:pt x="1691" y="679"/>
                    <a:pt x="2061" y="441"/>
                    <a:pt x="2382" y="156"/>
                  </a:cubicBezTo>
                  <a:cubicBezTo>
                    <a:pt x="2287" y="84"/>
                    <a:pt x="2168" y="36"/>
                    <a:pt x="2061" y="1"/>
                  </a:cubicBezTo>
                  <a:close/>
                </a:path>
              </a:pathLst>
            </a:custGeom>
            <a:solidFill>
              <a:srgbClr val="F3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4"/>
            <p:cNvSpPr/>
            <p:nvPr/>
          </p:nvSpPr>
          <p:spPr>
            <a:xfrm>
              <a:off x="1599300" y="2045325"/>
              <a:ext cx="59550" cy="26800"/>
            </a:xfrm>
            <a:custGeom>
              <a:avLst/>
              <a:gdLst/>
              <a:ahLst/>
              <a:cxnLst/>
              <a:rect l="l" t="t" r="r" b="b"/>
              <a:pathLst>
                <a:path w="2382" h="1072" extrusionOk="0">
                  <a:moveTo>
                    <a:pt x="2382" y="0"/>
                  </a:moveTo>
                  <a:cubicBezTo>
                    <a:pt x="1500" y="0"/>
                    <a:pt x="655" y="322"/>
                    <a:pt x="0" y="917"/>
                  </a:cubicBezTo>
                  <a:cubicBezTo>
                    <a:pt x="107" y="977"/>
                    <a:pt x="215" y="1024"/>
                    <a:pt x="334" y="1072"/>
                  </a:cubicBezTo>
                  <a:cubicBezTo>
                    <a:pt x="881" y="631"/>
                    <a:pt x="1536" y="369"/>
                    <a:pt x="2239" y="346"/>
                  </a:cubicBezTo>
                  <a:cubicBezTo>
                    <a:pt x="2298" y="238"/>
                    <a:pt x="2346" y="119"/>
                    <a:pt x="2382" y="0"/>
                  </a:cubicBezTo>
                  <a:close/>
                </a:path>
              </a:pathLst>
            </a:custGeom>
            <a:solidFill>
              <a:srgbClr val="F3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568;p33">
            <a:extLst>
              <a:ext uri="{FF2B5EF4-FFF2-40B4-BE49-F238E27FC236}">
                <a16:creationId xmlns:a16="http://schemas.microsoft.com/office/drawing/2014/main" id="{7DE40668-F477-A0C1-70CF-E18459A1D6CE}"/>
              </a:ext>
            </a:extLst>
          </p:cNvPr>
          <p:cNvGrpSpPr/>
          <p:nvPr/>
        </p:nvGrpSpPr>
        <p:grpSpPr>
          <a:xfrm>
            <a:off x="4250405" y="1554972"/>
            <a:ext cx="615164" cy="497357"/>
            <a:chOff x="2690925" y="1435593"/>
            <a:chExt cx="615164" cy="497357"/>
          </a:xfrm>
        </p:grpSpPr>
        <p:sp>
          <p:nvSpPr>
            <p:cNvPr id="5" name="Google Shape;569;p33">
              <a:extLst>
                <a:ext uri="{FF2B5EF4-FFF2-40B4-BE49-F238E27FC236}">
                  <a16:creationId xmlns:a16="http://schemas.microsoft.com/office/drawing/2014/main" id="{6BE972FA-0FDD-44EF-4907-392E2A3D607B}"/>
                </a:ext>
              </a:extLst>
            </p:cNvPr>
            <p:cNvSpPr/>
            <p:nvPr/>
          </p:nvSpPr>
          <p:spPr>
            <a:xfrm>
              <a:off x="2690925" y="1890903"/>
              <a:ext cx="615164" cy="42047"/>
            </a:xfrm>
            <a:custGeom>
              <a:avLst/>
              <a:gdLst/>
              <a:ahLst/>
              <a:cxnLst/>
              <a:rect l="l" t="t" r="r" b="b"/>
              <a:pathLst>
                <a:path w="11514" h="787" extrusionOk="0">
                  <a:moveTo>
                    <a:pt x="144" y="1"/>
                  </a:moveTo>
                  <a:cubicBezTo>
                    <a:pt x="60" y="1"/>
                    <a:pt x="1" y="60"/>
                    <a:pt x="1" y="143"/>
                  </a:cubicBezTo>
                  <a:lnTo>
                    <a:pt x="1" y="644"/>
                  </a:lnTo>
                  <a:cubicBezTo>
                    <a:pt x="1" y="727"/>
                    <a:pt x="60" y="786"/>
                    <a:pt x="144" y="786"/>
                  </a:cubicBezTo>
                  <a:lnTo>
                    <a:pt x="11371" y="786"/>
                  </a:lnTo>
                  <a:cubicBezTo>
                    <a:pt x="11443" y="786"/>
                    <a:pt x="11514" y="727"/>
                    <a:pt x="11514" y="655"/>
                  </a:cubicBezTo>
                  <a:lnTo>
                    <a:pt x="11514" y="143"/>
                  </a:lnTo>
                  <a:cubicBezTo>
                    <a:pt x="11514" y="60"/>
                    <a:pt x="11443" y="1"/>
                    <a:pt x="113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70;p33">
              <a:extLst>
                <a:ext uri="{FF2B5EF4-FFF2-40B4-BE49-F238E27FC236}">
                  <a16:creationId xmlns:a16="http://schemas.microsoft.com/office/drawing/2014/main" id="{240A0DA3-A76A-43C0-FE16-F3BC69B05C4C}"/>
                </a:ext>
              </a:extLst>
            </p:cNvPr>
            <p:cNvSpPr/>
            <p:nvPr/>
          </p:nvSpPr>
          <p:spPr>
            <a:xfrm>
              <a:off x="3260889" y="1890903"/>
              <a:ext cx="45200" cy="42047"/>
            </a:xfrm>
            <a:custGeom>
              <a:avLst/>
              <a:gdLst/>
              <a:ahLst/>
              <a:cxnLst/>
              <a:rect l="l" t="t" r="r" b="b"/>
              <a:pathLst>
                <a:path w="846" h="787" extrusionOk="0">
                  <a:moveTo>
                    <a:pt x="1" y="1"/>
                  </a:moveTo>
                  <a:cubicBezTo>
                    <a:pt x="84" y="1"/>
                    <a:pt x="144" y="60"/>
                    <a:pt x="144" y="143"/>
                  </a:cubicBezTo>
                  <a:lnTo>
                    <a:pt x="144" y="655"/>
                  </a:lnTo>
                  <a:cubicBezTo>
                    <a:pt x="144" y="727"/>
                    <a:pt x="84" y="786"/>
                    <a:pt x="1" y="786"/>
                  </a:cubicBezTo>
                  <a:lnTo>
                    <a:pt x="703" y="786"/>
                  </a:lnTo>
                  <a:cubicBezTo>
                    <a:pt x="775" y="786"/>
                    <a:pt x="846" y="727"/>
                    <a:pt x="846" y="655"/>
                  </a:cubicBezTo>
                  <a:lnTo>
                    <a:pt x="846" y="143"/>
                  </a:lnTo>
                  <a:cubicBezTo>
                    <a:pt x="846" y="72"/>
                    <a:pt x="775" y="1"/>
                    <a:pt x="703" y="1"/>
                  </a:cubicBezTo>
                  <a:close/>
                </a:path>
              </a:pathLst>
            </a:custGeom>
            <a:solidFill>
              <a:srgbClr val="191919">
                <a:alpha val="12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71;p33">
              <a:extLst>
                <a:ext uri="{FF2B5EF4-FFF2-40B4-BE49-F238E27FC236}">
                  <a16:creationId xmlns:a16="http://schemas.microsoft.com/office/drawing/2014/main" id="{0D0BB03A-BA34-6DAB-C934-2B8A125AC9F8}"/>
                </a:ext>
              </a:extLst>
            </p:cNvPr>
            <p:cNvSpPr/>
            <p:nvPr/>
          </p:nvSpPr>
          <p:spPr>
            <a:xfrm>
              <a:off x="2701771" y="1579741"/>
              <a:ext cx="375328" cy="273068"/>
            </a:xfrm>
            <a:custGeom>
              <a:avLst/>
              <a:gdLst/>
              <a:ahLst/>
              <a:cxnLst/>
              <a:rect l="l" t="t" r="r" b="b"/>
              <a:pathLst>
                <a:path w="7025" h="5111" extrusionOk="0">
                  <a:moveTo>
                    <a:pt x="6832" y="1"/>
                  </a:moveTo>
                  <a:cubicBezTo>
                    <a:pt x="6808" y="1"/>
                    <a:pt x="6785" y="5"/>
                    <a:pt x="6763" y="14"/>
                  </a:cubicBezTo>
                  <a:cubicBezTo>
                    <a:pt x="6251" y="312"/>
                    <a:pt x="5775" y="681"/>
                    <a:pt x="5358" y="1110"/>
                  </a:cubicBezTo>
                  <a:cubicBezTo>
                    <a:pt x="4393" y="2062"/>
                    <a:pt x="3643" y="3193"/>
                    <a:pt x="3131" y="4443"/>
                  </a:cubicBezTo>
                  <a:cubicBezTo>
                    <a:pt x="2738" y="3372"/>
                    <a:pt x="2191" y="2360"/>
                    <a:pt x="1488" y="1455"/>
                  </a:cubicBezTo>
                  <a:cubicBezTo>
                    <a:pt x="1143" y="1003"/>
                    <a:pt x="762" y="574"/>
                    <a:pt x="357" y="193"/>
                  </a:cubicBezTo>
                  <a:cubicBezTo>
                    <a:pt x="319" y="160"/>
                    <a:pt x="279" y="146"/>
                    <a:pt x="241" y="146"/>
                  </a:cubicBezTo>
                  <a:cubicBezTo>
                    <a:pt x="104" y="146"/>
                    <a:pt x="0" y="331"/>
                    <a:pt x="131" y="443"/>
                  </a:cubicBezTo>
                  <a:cubicBezTo>
                    <a:pt x="536" y="824"/>
                    <a:pt x="893" y="1229"/>
                    <a:pt x="1226" y="1669"/>
                  </a:cubicBezTo>
                  <a:cubicBezTo>
                    <a:pt x="2000" y="2658"/>
                    <a:pt x="2584" y="3789"/>
                    <a:pt x="2953" y="4991"/>
                  </a:cubicBezTo>
                  <a:cubicBezTo>
                    <a:pt x="2977" y="5063"/>
                    <a:pt x="3036" y="5110"/>
                    <a:pt x="3119" y="5110"/>
                  </a:cubicBezTo>
                  <a:cubicBezTo>
                    <a:pt x="3179" y="5110"/>
                    <a:pt x="3250" y="5075"/>
                    <a:pt x="3274" y="5003"/>
                  </a:cubicBezTo>
                  <a:cubicBezTo>
                    <a:pt x="3762" y="3634"/>
                    <a:pt x="4548" y="2384"/>
                    <a:pt x="5572" y="1360"/>
                  </a:cubicBezTo>
                  <a:cubicBezTo>
                    <a:pt x="5965" y="955"/>
                    <a:pt x="6418" y="598"/>
                    <a:pt x="6918" y="312"/>
                  </a:cubicBezTo>
                  <a:cubicBezTo>
                    <a:pt x="7001" y="276"/>
                    <a:pt x="7025" y="169"/>
                    <a:pt x="6989" y="86"/>
                  </a:cubicBezTo>
                  <a:lnTo>
                    <a:pt x="6989" y="86"/>
                  </a:lnTo>
                  <a:lnTo>
                    <a:pt x="7001" y="98"/>
                  </a:lnTo>
                  <a:cubicBezTo>
                    <a:pt x="6966" y="36"/>
                    <a:pt x="6898" y="1"/>
                    <a:pt x="6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72;p33">
              <a:extLst>
                <a:ext uri="{FF2B5EF4-FFF2-40B4-BE49-F238E27FC236}">
                  <a16:creationId xmlns:a16="http://schemas.microsoft.com/office/drawing/2014/main" id="{4F2A7DB0-6EC4-3D8F-1A7E-C7141EA7744F}"/>
                </a:ext>
              </a:extLst>
            </p:cNvPr>
            <p:cNvSpPr/>
            <p:nvPr/>
          </p:nvSpPr>
          <p:spPr>
            <a:xfrm>
              <a:off x="3073893" y="1435593"/>
              <a:ext cx="227761" cy="171021"/>
            </a:xfrm>
            <a:custGeom>
              <a:avLst/>
              <a:gdLst/>
              <a:ahLst/>
              <a:cxnLst/>
              <a:rect l="l" t="t" r="r" b="b"/>
              <a:pathLst>
                <a:path w="4263" h="3201" extrusionOk="0">
                  <a:moveTo>
                    <a:pt x="2136" y="1"/>
                  </a:moveTo>
                  <a:cubicBezTo>
                    <a:pt x="1727" y="1"/>
                    <a:pt x="1316" y="158"/>
                    <a:pt x="1000" y="474"/>
                  </a:cubicBezTo>
                  <a:cubicBezTo>
                    <a:pt x="0" y="1474"/>
                    <a:pt x="715" y="3201"/>
                    <a:pt x="2131" y="3201"/>
                  </a:cubicBezTo>
                  <a:cubicBezTo>
                    <a:pt x="3560" y="3201"/>
                    <a:pt x="4263" y="1474"/>
                    <a:pt x="3263" y="474"/>
                  </a:cubicBezTo>
                  <a:cubicBezTo>
                    <a:pt x="2953" y="158"/>
                    <a:pt x="2545" y="1"/>
                    <a:pt x="2136" y="1"/>
                  </a:cubicBezTo>
                  <a:close/>
                </a:path>
              </a:pathLst>
            </a:custGeom>
            <a:solidFill>
              <a:srgbClr val="ADE1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73;p33">
              <a:extLst>
                <a:ext uri="{FF2B5EF4-FFF2-40B4-BE49-F238E27FC236}">
                  <a16:creationId xmlns:a16="http://schemas.microsoft.com/office/drawing/2014/main" id="{72EA25CB-24C7-F462-1C02-6594BDC875D8}"/>
                </a:ext>
              </a:extLst>
            </p:cNvPr>
            <p:cNvSpPr/>
            <p:nvPr/>
          </p:nvSpPr>
          <p:spPr>
            <a:xfrm>
              <a:off x="3094249" y="1435860"/>
              <a:ext cx="185767" cy="170327"/>
            </a:xfrm>
            <a:custGeom>
              <a:avLst/>
              <a:gdLst/>
              <a:ahLst/>
              <a:cxnLst/>
              <a:rect l="l" t="t" r="r" b="b"/>
              <a:pathLst>
                <a:path w="3477" h="3188" extrusionOk="0">
                  <a:moveTo>
                    <a:pt x="1739" y="0"/>
                  </a:moveTo>
                  <a:cubicBezTo>
                    <a:pt x="1181" y="0"/>
                    <a:pt x="648" y="294"/>
                    <a:pt x="357" y="802"/>
                  </a:cubicBezTo>
                  <a:cubicBezTo>
                    <a:pt x="357" y="802"/>
                    <a:pt x="548" y="1064"/>
                    <a:pt x="203" y="1148"/>
                  </a:cubicBezTo>
                  <a:cubicBezTo>
                    <a:pt x="0" y="1826"/>
                    <a:pt x="286" y="2576"/>
                    <a:pt x="893" y="2945"/>
                  </a:cubicBezTo>
                  <a:cubicBezTo>
                    <a:pt x="911" y="2943"/>
                    <a:pt x="930" y="2941"/>
                    <a:pt x="948" y="2941"/>
                  </a:cubicBezTo>
                  <a:cubicBezTo>
                    <a:pt x="1005" y="2941"/>
                    <a:pt x="1063" y="2954"/>
                    <a:pt x="1107" y="2981"/>
                  </a:cubicBezTo>
                  <a:cubicBezTo>
                    <a:pt x="1215" y="3041"/>
                    <a:pt x="1227" y="3100"/>
                    <a:pt x="1227" y="3100"/>
                  </a:cubicBezTo>
                  <a:cubicBezTo>
                    <a:pt x="1399" y="3159"/>
                    <a:pt x="1575" y="3188"/>
                    <a:pt x="1748" y="3188"/>
                  </a:cubicBezTo>
                  <a:cubicBezTo>
                    <a:pt x="2307" y="3188"/>
                    <a:pt x="2841" y="2892"/>
                    <a:pt x="3132" y="2374"/>
                  </a:cubicBezTo>
                  <a:cubicBezTo>
                    <a:pt x="3084" y="2100"/>
                    <a:pt x="3274" y="2041"/>
                    <a:pt x="3274" y="2041"/>
                  </a:cubicBezTo>
                  <a:cubicBezTo>
                    <a:pt x="3477" y="1350"/>
                    <a:pt x="3203" y="612"/>
                    <a:pt x="2596" y="231"/>
                  </a:cubicBezTo>
                  <a:cubicBezTo>
                    <a:pt x="2527" y="253"/>
                    <a:pt x="2473" y="262"/>
                    <a:pt x="2430" y="262"/>
                  </a:cubicBezTo>
                  <a:cubicBezTo>
                    <a:pt x="2239" y="262"/>
                    <a:pt x="2262" y="88"/>
                    <a:pt x="2262" y="88"/>
                  </a:cubicBezTo>
                  <a:cubicBezTo>
                    <a:pt x="2090" y="29"/>
                    <a:pt x="1913" y="0"/>
                    <a:pt x="17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74;p33">
              <a:extLst>
                <a:ext uri="{FF2B5EF4-FFF2-40B4-BE49-F238E27FC236}">
                  <a16:creationId xmlns:a16="http://schemas.microsoft.com/office/drawing/2014/main" id="{D5E19609-5FBD-2F35-A421-1ED7EE9F83D5}"/>
                </a:ext>
              </a:extLst>
            </p:cNvPr>
            <p:cNvSpPr/>
            <p:nvPr/>
          </p:nvSpPr>
          <p:spPr>
            <a:xfrm>
              <a:off x="3168673" y="1435753"/>
              <a:ext cx="111343" cy="170434"/>
            </a:xfrm>
            <a:custGeom>
              <a:avLst/>
              <a:gdLst/>
              <a:ahLst/>
              <a:cxnLst/>
              <a:rect l="l" t="t" r="r" b="b"/>
              <a:pathLst>
                <a:path w="2084" h="3190" extrusionOk="0">
                  <a:moveTo>
                    <a:pt x="342" y="1"/>
                  </a:moveTo>
                  <a:cubicBezTo>
                    <a:pt x="228" y="1"/>
                    <a:pt x="113" y="14"/>
                    <a:pt x="0" y="42"/>
                  </a:cubicBezTo>
                  <a:cubicBezTo>
                    <a:pt x="1548" y="388"/>
                    <a:pt x="1703" y="2519"/>
                    <a:pt x="215" y="3090"/>
                  </a:cubicBezTo>
                  <a:cubicBezTo>
                    <a:pt x="143" y="3114"/>
                    <a:pt x="72" y="3138"/>
                    <a:pt x="0" y="3150"/>
                  </a:cubicBezTo>
                  <a:cubicBezTo>
                    <a:pt x="119" y="3176"/>
                    <a:pt x="238" y="3189"/>
                    <a:pt x="355" y="3189"/>
                  </a:cubicBezTo>
                  <a:cubicBezTo>
                    <a:pt x="921" y="3189"/>
                    <a:pt x="1452" y="2889"/>
                    <a:pt x="1739" y="2376"/>
                  </a:cubicBezTo>
                  <a:cubicBezTo>
                    <a:pt x="1691" y="2102"/>
                    <a:pt x="1881" y="2043"/>
                    <a:pt x="1881" y="2043"/>
                  </a:cubicBezTo>
                  <a:cubicBezTo>
                    <a:pt x="2084" y="1352"/>
                    <a:pt x="1798" y="614"/>
                    <a:pt x="1191" y="233"/>
                  </a:cubicBezTo>
                  <a:cubicBezTo>
                    <a:pt x="1125" y="255"/>
                    <a:pt x="1072" y="264"/>
                    <a:pt x="1029" y="264"/>
                  </a:cubicBezTo>
                  <a:cubicBezTo>
                    <a:pt x="842" y="264"/>
                    <a:pt x="857" y="90"/>
                    <a:pt x="857" y="90"/>
                  </a:cubicBezTo>
                  <a:cubicBezTo>
                    <a:pt x="692" y="32"/>
                    <a:pt x="517" y="1"/>
                    <a:pt x="342" y="1"/>
                  </a:cubicBezTo>
                  <a:close/>
                </a:path>
              </a:pathLst>
            </a:custGeom>
            <a:solidFill>
              <a:srgbClr val="191919">
                <a:alpha val="12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75;p33">
              <a:extLst>
                <a:ext uri="{FF2B5EF4-FFF2-40B4-BE49-F238E27FC236}">
                  <a16:creationId xmlns:a16="http://schemas.microsoft.com/office/drawing/2014/main" id="{A1AC8429-0002-772B-DCDE-316A7003C5F8}"/>
                </a:ext>
              </a:extLst>
            </p:cNvPr>
            <p:cNvSpPr/>
            <p:nvPr/>
          </p:nvSpPr>
          <p:spPr>
            <a:xfrm>
              <a:off x="3105682" y="1439921"/>
              <a:ext cx="127264" cy="56633"/>
            </a:xfrm>
            <a:custGeom>
              <a:avLst/>
              <a:gdLst/>
              <a:ahLst/>
              <a:cxnLst/>
              <a:rect l="l" t="t" r="r" b="b"/>
              <a:pathLst>
                <a:path w="2382" h="1060" extrusionOk="0">
                  <a:moveTo>
                    <a:pt x="2048" y="0"/>
                  </a:moveTo>
                  <a:cubicBezTo>
                    <a:pt x="1513" y="441"/>
                    <a:pt x="846" y="691"/>
                    <a:pt x="143" y="726"/>
                  </a:cubicBezTo>
                  <a:cubicBezTo>
                    <a:pt x="84" y="834"/>
                    <a:pt x="36" y="941"/>
                    <a:pt x="1" y="1060"/>
                  </a:cubicBezTo>
                  <a:lnTo>
                    <a:pt x="84" y="1060"/>
                  </a:lnTo>
                  <a:cubicBezTo>
                    <a:pt x="501" y="1060"/>
                    <a:pt x="893" y="976"/>
                    <a:pt x="1274" y="834"/>
                  </a:cubicBezTo>
                  <a:cubicBezTo>
                    <a:pt x="1679" y="679"/>
                    <a:pt x="2060" y="453"/>
                    <a:pt x="2382" y="167"/>
                  </a:cubicBezTo>
                  <a:lnTo>
                    <a:pt x="2382" y="155"/>
                  </a:lnTo>
                  <a:cubicBezTo>
                    <a:pt x="2275" y="95"/>
                    <a:pt x="2167" y="48"/>
                    <a:pt x="20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76;p33">
              <a:extLst>
                <a:ext uri="{FF2B5EF4-FFF2-40B4-BE49-F238E27FC236}">
                  <a16:creationId xmlns:a16="http://schemas.microsoft.com/office/drawing/2014/main" id="{2557E942-A59D-884B-2FC4-7127D3FCB3EA}"/>
                </a:ext>
              </a:extLst>
            </p:cNvPr>
            <p:cNvSpPr/>
            <p:nvPr/>
          </p:nvSpPr>
          <p:spPr>
            <a:xfrm>
              <a:off x="3142601" y="1544852"/>
              <a:ext cx="126623" cy="56687"/>
            </a:xfrm>
            <a:custGeom>
              <a:avLst/>
              <a:gdLst/>
              <a:ahLst/>
              <a:cxnLst/>
              <a:rect l="l" t="t" r="r" b="b"/>
              <a:pathLst>
                <a:path w="2370" h="1061" extrusionOk="0">
                  <a:moveTo>
                    <a:pt x="2369" y="1"/>
                  </a:moveTo>
                  <a:cubicBezTo>
                    <a:pt x="2368" y="5"/>
                    <a:pt x="2367" y="9"/>
                    <a:pt x="2366" y="12"/>
                  </a:cubicBezTo>
                  <a:lnTo>
                    <a:pt x="2366" y="12"/>
                  </a:lnTo>
                  <a:cubicBezTo>
                    <a:pt x="2367" y="12"/>
                    <a:pt x="2368" y="12"/>
                    <a:pt x="2369" y="13"/>
                  </a:cubicBezTo>
                  <a:lnTo>
                    <a:pt x="2369" y="1"/>
                  </a:lnTo>
                  <a:close/>
                  <a:moveTo>
                    <a:pt x="2288" y="11"/>
                  </a:moveTo>
                  <a:cubicBezTo>
                    <a:pt x="1887" y="11"/>
                    <a:pt x="1487" y="94"/>
                    <a:pt x="1107" y="239"/>
                  </a:cubicBezTo>
                  <a:cubicBezTo>
                    <a:pt x="691" y="394"/>
                    <a:pt x="322" y="620"/>
                    <a:pt x="0" y="917"/>
                  </a:cubicBezTo>
                  <a:cubicBezTo>
                    <a:pt x="95" y="977"/>
                    <a:pt x="214" y="1025"/>
                    <a:pt x="333" y="1060"/>
                  </a:cubicBezTo>
                  <a:cubicBezTo>
                    <a:pt x="595" y="846"/>
                    <a:pt x="893" y="667"/>
                    <a:pt x="1226" y="548"/>
                  </a:cubicBezTo>
                  <a:cubicBezTo>
                    <a:pt x="1536" y="417"/>
                    <a:pt x="1881" y="346"/>
                    <a:pt x="2227" y="334"/>
                  </a:cubicBezTo>
                  <a:cubicBezTo>
                    <a:pt x="2284" y="230"/>
                    <a:pt x="2331" y="127"/>
                    <a:pt x="2366" y="12"/>
                  </a:cubicBezTo>
                  <a:lnTo>
                    <a:pt x="2366" y="12"/>
                  </a:lnTo>
                  <a:cubicBezTo>
                    <a:pt x="2340" y="12"/>
                    <a:pt x="2314" y="11"/>
                    <a:pt x="2288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>
          <a:extLst>
            <a:ext uri="{FF2B5EF4-FFF2-40B4-BE49-F238E27FC236}">
              <a16:creationId xmlns:a16="http://schemas.microsoft.com/office/drawing/2014/main" id="{E7BE7ACE-6D89-9357-914C-5F42FFAAB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8">
            <a:extLst>
              <a:ext uri="{FF2B5EF4-FFF2-40B4-BE49-F238E27FC236}">
                <a16:creationId xmlns:a16="http://schemas.microsoft.com/office/drawing/2014/main" id="{38BFDCA5-F99E-E630-5CE9-FDB9C97171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000" y="1679513"/>
            <a:ext cx="6576000" cy="12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>
              <a:highlight>
                <a:schemeClr val="dk2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99571323"/>
      </p:ext>
    </p:extLst>
  </p:cSld>
  <p:clrMapOvr>
    <a:masterClrMapping/>
  </p:clrMapOvr>
</p:sld>
</file>

<file path=ppt/theme/theme1.xml><?xml version="1.0" encoding="utf-8"?>
<a:theme xmlns:a="http://schemas.openxmlformats.org/drawingml/2006/main" name="Tennis Championship Pitch Deck by Slidesgo ">
  <a:themeElements>
    <a:clrScheme name="Simple Light">
      <a:dk1>
        <a:srgbClr val="283FE2"/>
      </a:dk1>
      <a:lt1>
        <a:srgbClr val="F3F3F3"/>
      </a:lt1>
      <a:dk2>
        <a:srgbClr val="CDFF4E"/>
      </a:dk2>
      <a:lt2>
        <a:srgbClr val="3C3694"/>
      </a:lt2>
      <a:accent1>
        <a:srgbClr val="4657DB"/>
      </a:accent1>
      <a:accent2>
        <a:srgbClr val="808FFD"/>
      </a:accent2>
      <a:accent3>
        <a:srgbClr val="E87D3A"/>
      </a:accent3>
      <a:accent4>
        <a:srgbClr val="FF9652"/>
      </a:accent4>
      <a:accent5>
        <a:srgbClr val="FFFFFF"/>
      </a:accent5>
      <a:accent6>
        <a:srgbClr val="FFFFFF"/>
      </a:accent6>
      <a:hlink>
        <a:srgbClr val="3C369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</TotalTime>
  <Words>122</Words>
  <Application>Microsoft Macintosh PowerPoint</Application>
  <PresentationFormat>On-screen Show (16:9)</PresentationFormat>
  <Paragraphs>22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Nunito Light</vt:lpstr>
      <vt:lpstr>Arial</vt:lpstr>
      <vt:lpstr>Lexend Deca</vt:lpstr>
      <vt:lpstr>Bebas Neue</vt:lpstr>
      <vt:lpstr>Tennis Championship Pitch Deck by Slidesgo </vt:lpstr>
      <vt:lpstr>Rollins Tennis Archive</vt:lpstr>
      <vt:lpstr>Project Recap</vt:lpstr>
      <vt:lpstr>Progress update</vt:lpstr>
      <vt:lpstr>Demo</vt:lpstr>
      <vt:lpstr>What’s next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Stella Fruijtier</cp:lastModifiedBy>
  <cp:revision>18</cp:revision>
  <dcterms:modified xsi:type="dcterms:W3CDTF">2025-11-18T14:11:19Z</dcterms:modified>
</cp:coreProperties>
</file>