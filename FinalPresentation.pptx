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59" r:id="rId3"/>
    <p:sldId id="266" r:id="rId4"/>
    <p:sldId id="262" r:id="rId5"/>
    <p:sldId id="298" r:id="rId6"/>
    <p:sldId id="297" r:id="rId7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9"/>
    </p:embeddedFont>
    <p:embeddedFont>
      <p:font typeface="Lexend Deca" panose="020F0502020204030204" pitchFamily="34" charset="0"/>
      <p:regular r:id="rId10"/>
      <p:bold r:id="rId11"/>
      <p:italic r:id="rId12"/>
      <p:boldItalic r:id="rId13"/>
    </p:embeddedFont>
    <p:embeddedFont>
      <p:font typeface="Nunito Light" pitchFamily="2" charset="77"/>
      <p:regular r:id="rId14"/>
      <p: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84762D-7008-49C2-A6A1-660C05068C13}">
  <a:tblStyle styleId="{7884762D-7008-49C2-A6A1-660C05068C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7BA4914-691E-46F5-B196-0F62EF83823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651"/>
    <p:restoredTop sz="94681"/>
  </p:normalViewPr>
  <p:slideViewPr>
    <p:cSldViewPr snapToGrid="0">
      <p:cViewPr>
        <p:scale>
          <a:sx n="95" d="100"/>
          <a:sy n="95" d="100"/>
        </p:scale>
        <p:origin x="672" y="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e35575d3bf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e35575d3bf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e35575d3bf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e35575d3bf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>
          <a:extLst>
            <a:ext uri="{FF2B5EF4-FFF2-40B4-BE49-F238E27FC236}">
              <a16:creationId xmlns:a16="http://schemas.microsoft.com/office/drawing/2014/main" id="{1BF0B29C-4A67-F40B-58A7-D3B7666D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1e35575d3bf_0_116:notes">
            <a:extLst>
              <a:ext uri="{FF2B5EF4-FFF2-40B4-BE49-F238E27FC236}">
                <a16:creationId xmlns:a16="http://schemas.microsoft.com/office/drawing/2014/main" id="{DA25E58D-791D-C799-329F-79ACF9D92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1e35575d3bf_0_116:notes">
            <a:extLst>
              <a:ext uri="{FF2B5EF4-FFF2-40B4-BE49-F238E27FC236}">
                <a16:creationId xmlns:a16="http://schemas.microsoft.com/office/drawing/2014/main" id="{021716D8-A0A5-AF51-2E62-C7D02EDA5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067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>
          <a:extLst>
            <a:ext uri="{FF2B5EF4-FFF2-40B4-BE49-F238E27FC236}">
              <a16:creationId xmlns:a16="http://schemas.microsoft.com/office/drawing/2014/main" id="{FD34D5D6-49BD-F4B9-4830-F1FE0601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e35575d3bf_0_163:notes">
            <a:extLst>
              <a:ext uri="{FF2B5EF4-FFF2-40B4-BE49-F238E27FC236}">
                <a16:creationId xmlns:a16="http://schemas.microsoft.com/office/drawing/2014/main" id="{CCEB533F-ACF9-CB46-967C-CE9D949A0B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e35575d3bf_0_163:notes">
            <a:extLst>
              <a:ext uri="{FF2B5EF4-FFF2-40B4-BE49-F238E27FC236}">
                <a16:creationId xmlns:a16="http://schemas.microsoft.com/office/drawing/2014/main" id="{833CB6D1-EDCD-E518-B03D-A23F3E2C4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681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854400" y="1080400"/>
            <a:ext cx="4518900" cy="22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54400" y="3426750"/>
            <a:ext cx="4518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645275" y="553225"/>
            <a:ext cx="2623800" cy="4050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H"/>
          </a:p>
        </p:txBody>
      </p:sp>
      <p:grpSp>
        <p:nvGrpSpPr>
          <p:cNvPr id="12" name="Google Shape;12;p2"/>
          <p:cNvGrpSpPr/>
          <p:nvPr/>
        </p:nvGrpSpPr>
        <p:grpSpPr>
          <a:xfrm>
            <a:off x="0" y="45"/>
            <a:ext cx="9143606" cy="5143555"/>
            <a:chOff x="0" y="45"/>
            <a:chExt cx="9129000" cy="5143555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0" y="381000"/>
              <a:ext cx="9129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0" y="4762500"/>
              <a:ext cx="9129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476238" y="45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8667757" y="5200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17;p2"/>
          <p:cNvGrpSpPr/>
          <p:nvPr/>
        </p:nvGrpSpPr>
        <p:grpSpPr>
          <a:xfrm rot="-1315513">
            <a:off x="7457452" y="-211340"/>
            <a:ext cx="846023" cy="846294"/>
            <a:chOff x="2808525" y="2242475"/>
            <a:chExt cx="1215475" cy="1215475"/>
          </a:xfrm>
        </p:grpSpPr>
        <p:sp>
          <p:nvSpPr>
            <p:cNvPr id="18" name="Google Shape;18;p2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1190758">
            <a:off x="4709019" y="4631581"/>
            <a:ext cx="846018" cy="846287"/>
            <a:chOff x="2808525" y="2242475"/>
            <a:chExt cx="1215475" cy="1215475"/>
          </a:xfrm>
        </p:grpSpPr>
        <p:sp>
          <p:nvSpPr>
            <p:cNvPr id="22" name="Google Shape;22;p2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6080800" y="382800"/>
            <a:ext cx="0" cy="4391450"/>
            <a:chOff x="4465350" y="190500"/>
            <a:chExt cx="0" cy="4391450"/>
          </a:xfrm>
        </p:grpSpPr>
        <p:cxnSp>
          <p:nvCxnSpPr>
            <p:cNvPr id="26" name="Google Shape;26;p2"/>
            <p:cNvCxnSpPr/>
            <p:nvPr/>
          </p:nvCxnSpPr>
          <p:spPr>
            <a:xfrm rot="10800000">
              <a:off x="4465350" y="432665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964375" y="640275"/>
            <a:ext cx="35154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subTitle" idx="1"/>
          </p:nvPr>
        </p:nvSpPr>
        <p:spPr>
          <a:xfrm>
            <a:off x="964375" y="1866025"/>
            <a:ext cx="3515400" cy="25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7"/>
          <p:cNvSpPr>
            <a:spLocks noGrp="1"/>
          </p:cNvSpPr>
          <p:nvPr>
            <p:ph type="pic" idx="2"/>
          </p:nvPr>
        </p:nvSpPr>
        <p:spPr>
          <a:xfrm>
            <a:off x="5395575" y="557575"/>
            <a:ext cx="3097800" cy="4034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H"/>
          </a:p>
        </p:txBody>
      </p:sp>
      <p:grpSp>
        <p:nvGrpSpPr>
          <p:cNvPr id="120" name="Google Shape;120;p7"/>
          <p:cNvGrpSpPr/>
          <p:nvPr/>
        </p:nvGrpSpPr>
        <p:grpSpPr>
          <a:xfrm>
            <a:off x="0" y="-25"/>
            <a:ext cx="9144000" cy="5151625"/>
            <a:chOff x="0" y="-25"/>
            <a:chExt cx="9144000" cy="5151625"/>
          </a:xfrm>
        </p:grpSpPr>
        <p:grpSp>
          <p:nvGrpSpPr>
            <p:cNvPr id="121" name="Google Shape;121;p7"/>
            <p:cNvGrpSpPr/>
            <p:nvPr/>
          </p:nvGrpSpPr>
          <p:grpSpPr>
            <a:xfrm flipH="1">
              <a:off x="0" y="-25"/>
              <a:ext cx="9144000" cy="5151625"/>
              <a:chOff x="0" y="-25"/>
              <a:chExt cx="9144000" cy="5151625"/>
            </a:xfrm>
          </p:grpSpPr>
          <p:cxnSp>
            <p:nvCxnSpPr>
              <p:cNvPr id="122" name="Google Shape;122;p7"/>
              <p:cNvCxnSpPr/>
              <p:nvPr/>
            </p:nvCxnSpPr>
            <p:spPr>
              <a:xfrm>
                <a:off x="0" y="381000"/>
                <a:ext cx="91440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7"/>
              <p:cNvCxnSpPr/>
              <p:nvPr/>
            </p:nvCxnSpPr>
            <p:spPr>
              <a:xfrm>
                <a:off x="0" y="4762500"/>
                <a:ext cx="91440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7"/>
              <p:cNvCxnSpPr/>
              <p:nvPr/>
            </p:nvCxnSpPr>
            <p:spPr>
              <a:xfrm rot="10800000">
                <a:off x="476250" y="-25"/>
                <a:ext cx="0" cy="51474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" name="Google Shape;125;p7"/>
              <p:cNvCxnSpPr/>
              <p:nvPr/>
            </p:nvCxnSpPr>
            <p:spPr>
              <a:xfrm rot="10800000">
                <a:off x="8667750" y="900"/>
                <a:ext cx="0" cy="51507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6" name="Google Shape;126;p7"/>
            <p:cNvGrpSpPr/>
            <p:nvPr/>
          </p:nvGrpSpPr>
          <p:grpSpPr>
            <a:xfrm rot="10800000" flipH="1">
              <a:off x="2840850" y="380525"/>
              <a:ext cx="0" cy="4391450"/>
              <a:chOff x="4632275" y="190025"/>
              <a:chExt cx="0" cy="4391450"/>
            </a:xfrm>
          </p:grpSpPr>
          <p:cxnSp>
            <p:nvCxnSpPr>
              <p:cNvPr id="127" name="Google Shape;127;p7"/>
              <p:cNvCxnSpPr/>
              <p:nvPr/>
            </p:nvCxnSpPr>
            <p:spPr>
              <a:xfrm rot="10800000">
                <a:off x="4632275" y="4326175"/>
                <a:ext cx="0" cy="255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7"/>
              <p:cNvCxnSpPr/>
              <p:nvPr/>
            </p:nvCxnSpPr>
            <p:spPr>
              <a:xfrm rot="10800000">
                <a:off x="4632275" y="190025"/>
                <a:ext cx="0" cy="2553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9" name="Google Shape;129;p7"/>
          <p:cNvGrpSpPr/>
          <p:nvPr/>
        </p:nvGrpSpPr>
        <p:grpSpPr>
          <a:xfrm rot="-1315513">
            <a:off x="8558189" y="1374760"/>
            <a:ext cx="846023" cy="846294"/>
            <a:chOff x="2808525" y="2242475"/>
            <a:chExt cx="1215475" cy="1215475"/>
          </a:xfrm>
        </p:grpSpPr>
        <p:sp>
          <p:nvSpPr>
            <p:cNvPr id="130" name="Google Shape;130;p7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" name="Google Shape;133;p7"/>
          <p:cNvGrpSpPr/>
          <p:nvPr/>
        </p:nvGrpSpPr>
        <p:grpSpPr>
          <a:xfrm rot="1190758">
            <a:off x="-251331" y="410556"/>
            <a:ext cx="846018" cy="846287"/>
            <a:chOff x="2808525" y="2242475"/>
            <a:chExt cx="1215475" cy="1215475"/>
          </a:xfrm>
        </p:grpSpPr>
        <p:sp>
          <p:nvSpPr>
            <p:cNvPr id="134" name="Google Shape;134;p7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7"/>
          <p:cNvGrpSpPr/>
          <p:nvPr/>
        </p:nvGrpSpPr>
        <p:grpSpPr>
          <a:xfrm rot="1190758">
            <a:off x="3437794" y="4664656"/>
            <a:ext cx="846018" cy="846287"/>
            <a:chOff x="2808525" y="2242475"/>
            <a:chExt cx="1215475" cy="1215475"/>
          </a:xfrm>
        </p:grpSpPr>
        <p:sp>
          <p:nvSpPr>
            <p:cNvPr id="138" name="Google Shape;138;p7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3" name="Google Shape;143;p8"/>
          <p:cNvGrpSpPr/>
          <p:nvPr/>
        </p:nvGrpSpPr>
        <p:grpSpPr>
          <a:xfrm>
            <a:off x="0" y="-4225"/>
            <a:ext cx="9144000" cy="5150725"/>
            <a:chOff x="0" y="-4225"/>
            <a:chExt cx="9144000" cy="5150725"/>
          </a:xfrm>
        </p:grpSpPr>
        <p:cxnSp>
          <p:nvCxnSpPr>
            <p:cNvPr id="144" name="Google Shape;144;p8"/>
            <p:cNvCxnSpPr/>
            <p:nvPr/>
          </p:nvCxnSpPr>
          <p:spPr>
            <a:xfrm>
              <a:off x="0" y="4572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145;p8"/>
            <p:cNvCxnSpPr/>
            <p:nvPr/>
          </p:nvCxnSpPr>
          <p:spPr>
            <a:xfrm>
              <a:off x="0" y="46863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8"/>
            <p:cNvCxnSpPr/>
            <p:nvPr/>
          </p:nvCxnSpPr>
          <p:spPr>
            <a:xfrm rot="10800000">
              <a:off x="171450" y="0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p8"/>
            <p:cNvCxnSpPr/>
            <p:nvPr/>
          </p:nvCxnSpPr>
          <p:spPr>
            <a:xfrm rot="10800000">
              <a:off x="8972550" y="-4225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8"/>
            <p:cNvCxnSpPr/>
            <p:nvPr/>
          </p:nvCxnSpPr>
          <p:spPr>
            <a:xfrm>
              <a:off x="171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8"/>
            <p:cNvCxnSpPr/>
            <p:nvPr/>
          </p:nvCxnSpPr>
          <p:spPr>
            <a:xfrm>
              <a:off x="8715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0" name="Google Shape;150;p8"/>
          <p:cNvGrpSpPr/>
          <p:nvPr/>
        </p:nvGrpSpPr>
        <p:grpSpPr>
          <a:xfrm rot="-1315513">
            <a:off x="1024377" y="-494390"/>
            <a:ext cx="846023" cy="846294"/>
            <a:chOff x="2808525" y="2242475"/>
            <a:chExt cx="1215475" cy="1215475"/>
          </a:xfrm>
        </p:grpSpPr>
        <p:sp>
          <p:nvSpPr>
            <p:cNvPr id="151" name="Google Shape;151;p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 rot="1190758">
            <a:off x="7466219" y="4539281"/>
            <a:ext cx="846018" cy="846287"/>
            <a:chOff x="2808525" y="2242475"/>
            <a:chExt cx="1215475" cy="1215475"/>
          </a:xfrm>
        </p:grpSpPr>
        <p:sp>
          <p:nvSpPr>
            <p:cNvPr id="155" name="Google Shape;155;p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1" name="Google Shape;161;p9"/>
          <p:cNvGrpSpPr/>
          <p:nvPr/>
        </p:nvGrpSpPr>
        <p:grpSpPr>
          <a:xfrm>
            <a:off x="0" y="45"/>
            <a:ext cx="9144000" cy="5143555"/>
            <a:chOff x="0" y="45"/>
            <a:chExt cx="9144000" cy="5143555"/>
          </a:xfrm>
        </p:grpSpPr>
        <p:cxnSp>
          <p:nvCxnSpPr>
            <p:cNvPr id="162" name="Google Shape;162;p9"/>
            <p:cNvCxnSpPr/>
            <p:nvPr/>
          </p:nvCxnSpPr>
          <p:spPr>
            <a:xfrm>
              <a:off x="0" y="1905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9"/>
            <p:cNvCxnSpPr/>
            <p:nvPr/>
          </p:nvCxnSpPr>
          <p:spPr>
            <a:xfrm>
              <a:off x="0" y="49530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9"/>
            <p:cNvCxnSpPr/>
            <p:nvPr/>
          </p:nvCxnSpPr>
          <p:spPr>
            <a:xfrm rot="10800000">
              <a:off x="628650" y="45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9"/>
            <p:cNvCxnSpPr/>
            <p:nvPr/>
          </p:nvCxnSpPr>
          <p:spPr>
            <a:xfrm rot="10800000">
              <a:off x="8515350" y="5200"/>
              <a:ext cx="0" cy="5138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9"/>
            <p:cNvCxnSpPr/>
            <p:nvPr/>
          </p:nvCxnSpPr>
          <p:spPr>
            <a:xfrm rot="10800000">
              <a:off x="446535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9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8" name="Google Shape;168;p9"/>
          <p:cNvGrpSpPr/>
          <p:nvPr/>
        </p:nvGrpSpPr>
        <p:grpSpPr>
          <a:xfrm rot="-1315513">
            <a:off x="6904789" y="-356165"/>
            <a:ext cx="846023" cy="846294"/>
            <a:chOff x="2808525" y="2242475"/>
            <a:chExt cx="1215475" cy="1215475"/>
          </a:xfrm>
        </p:grpSpPr>
        <p:sp>
          <p:nvSpPr>
            <p:cNvPr id="169" name="Google Shape;169;p9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9"/>
          <p:cNvGrpSpPr/>
          <p:nvPr/>
        </p:nvGrpSpPr>
        <p:grpSpPr>
          <a:xfrm rot="1190758">
            <a:off x="-346656" y="1205331"/>
            <a:ext cx="846018" cy="846287"/>
            <a:chOff x="2808525" y="2242475"/>
            <a:chExt cx="1215475" cy="1215475"/>
          </a:xfrm>
        </p:grpSpPr>
        <p:sp>
          <p:nvSpPr>
            <p:cNvPr id="173" name="Google Shape;173;p9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9"/>
          <p:cNvGrpSpPr/>
          <p:nvPr/>
        </p:nvGrpSpPr>
        <p:grpSpPr>
          <a:xfrm rot="1190758">
            <a:off x="5260194" y="4727256"/>
            <a:ext cx="846018" cy="846287"/>
            <a:chOff x="2808525" y="2242475"/>
            <a:chExt cx="1215475" cy="1215475"/>
          </a:xfrm>
        </p:grpSpPr>
        <p:sp>
          <p:nvSpPr>
            <p:cNvPr id="177" name="Google Shape;177;p9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679513"/>
            <a:ext cx="65760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4" name="Google Shape;184;p11"/>
          <p:cNvSpPr txBox="1">
            <a:spLocks noGrp="1"/>
          </p:cNvSpPr>
          <p:nvPr>
            <p:ph type="subTitle" idx="1"/>
          </p:nvPr>
        </p:nvSpPr>
        <p:spPr>
          <a:xfrm>
            <a:off x="1284000" y="296688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85" name="Google Shape;185;p11"/>
          <p:cNvGrpSpPr/>
          <p:nvPr/>
        </p:nvGrpSpPr>
        <p:grpSpPr>
          <a:xfrm>
            <a:off x="0" y="-1992"/>
            <a:ext cx="9144000" cy="5145392"/>
            <a:chOff x="0" y="-1990"/>
            <a:chExt cx="9144000" cy="5140252"/>
          </a:xfrm>
        </p:grpSpPr>
        <p:cxnSp>
          <p:nvCxnSpPr>
            <p:cNvPr id="186" name="Google Shape;186;p11"/>
            <p:cNvCxnSpPr/>
            <p:nvPr/>
          </p:nvCxnSpPr>
          <p:spPr>
            <a:xfrm>
              <a:off x="0" y="1905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1"/>
            <p:cNvCxnSpPr/>
            <p:nvPr/>
          </p:nvCxnSpPr>
          <p:spPr>
            <a:xfrm>
              <a:off x="0" y="49530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1"/>
            <p:cNvCxnSpPr/>
            <p:nvPr/>
          </p:nvCxnSpPr>
          <p:spPr>
            <a:xfrm rot="10800000">
              <a:off x="628650" y="-1990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11"/>
            <p:cNvCxnSpPr/>
            <p:nvPr/>
          </p:nvCxnSpPr>
          <p:spPr>
            <a:xfrm rot="10800000">
              <a:off x="8515350" y="3162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0" name="Google Shape;190;p11"/>
          <p:cNvGrpSpPr/>
          <p:nvPr/>
        </p:nvGrpSpPr>
        <p:grpSpPr>
          <a:xfrm rot="1315513" flipH="1">
            <a:off x="-20086" y="2729473"/>
            <a:ext cx="846023" cy="846294"/>
            <a:chOff x="2808525" y="2242475"/>
            <a:chExt cx="1215475" cy="1215475"/>
          </a:xfrm>
        </p:grpSpPr>
        <p:sp>
          <p:nvSpPr>
            <p:cNvPr id="191" name="Google Shape;191;p11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11"/>
          <p:cNvGrpSpPr/>
          <p:nvPr/>
        </p:nvGrpSpPr>
        <p:grpSpPr>
          <a:xfrm rot="-1190758" flipH="1">
            <a:off x="8383415" y="707569"/>
            <a:ext cx="846018" cy="846287"/>
            <a:chOff x="2808525" y="2242475"/>
            <a:chExt cx="1215475" cy="1215475"/>
          </a:xfrm>
        </p:grpSpPr>
        <p:sp>
          <p:nvSpPr>
            <p:cNvPr id="195" name="Google Shape;195;p11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11"/>
          <p:cNvGrpSpPr/>
          <p:nvPr/>
        </p:nvGrpSpPr>
        <p:grpSpPr>
          <a:xfrm rot="-1190758" flipH="1">
            <a:off x="6351665" y="4545481"/>
            <a:ext cx="846018" cy="846287"/>
            <a:chOff x="2808525" y="2242475"/>
            <a:chExt cx="1215475" cy="1215475"/>
          </a:xfrm>
        </p:grpSpPr>
        <p:sp>
          <p:nvSpPr>
            <p:cNvPr id="199" name="Google Shape;199;p11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1"/>
          <p:cNvGrpSpPr/>
          <p:nvPr/>
        </p:nvGrpSpPr>
        <p:grpSpPr>
          <a:xfrm>
            <a:off x="4572000" y="190500"/>
            <a:ext cx="0" cy="4762500"/>
            <a:chOff x="4465350" y="190500"/>
            <a:chExt cx="0" cy="4762500"/>
          </a:xfrm>
        </p:grpSpPr>
        <p:cxnSp>
          <p:nvCxnSpPr>
            <p:cNvPr id="203" name="Google Shape;203;p11"/>
            <p:cNvCxnSpPr/>
            <p:nvPr/>
          </p:nvCxnSpPr>
          <p:spPr>
            <a:xfrm rot="10800000">
              <a:off x="446535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11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>
            <a:spLocks noGrp="1"/>
          </p:cNvSpPr>
          <p:nvPr>
            <p:ph type="subTitle" idx="1"/>
          </p:nvPr>
        </p:nvSpPr>
        <p:spPr>
          <a:xfrm>
            <a:off x="937625" y="2656025"/>
            <a:ext cx="2175300" cy="18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8"/>
          <p:cNvSpPr txBox="1">
            <a:spLocks noGrp="1"/>
          </p:cNvSpPr>
          <p:nvPr>
            <p:ph type="subTitle" idx="2"/>
          </p:nvPr>
        </p:nvSpPr>
        <p:spPr>
          <a:xfrm>
            <a:off x="3484347" y="2656025"/>
            <a:ext cx="2175300" cy="18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8"/>
          <p:cNvSpPr txBox="1">
            <a:spLocks noGrp="1"/>
          </p:cNvSpPr>
          <p:nvPr>
            <p:ph type="subTitle" idx="3"/>
          </p:nvPr>
        </p:nvSpPr>
        <p:spPr>
          <a:xfrm>
            <a:off x="6031075" y="2656025"/>
            <a:ext cx="2175300" cy="18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8"/>
          <p:cNvSpPr txBox="1">
            <a:spLocks noGrp="1"/>
          </p:cNvSpPr>
          <p:nvPr>
            <p:ph type="subTitle" idx="4"/>
          </p:nvPr>
        </p:nvSpPr>
        <p:spPr>
          <a:xfrm>
            <a:off x="937625" y="2201276"/>
            <a:ext cx="2175300" cy="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9" name="Google Shape;319;p18"/>
          <p:cNvSpPr txBox="1">
            <a:spLocks noGrp="1"/>
          </p:cNvSpPr>
          <p:nvPr>
            <p:ph type="subTitle" idx="5"/>
          </p:nvPr>
        </p:nvSpPr>
        <p:spPr>
          <a:xfrm>
            <a:off x="3484350" y="2201276"/>
            <a:ext cx="2175300" cy="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0" name="Google Shape;320;p18"/>
          <p:cNvSpPr txBox="1">
            <a:spLocks noGrp="1"/>
          </p:cNvSpPr>
          <p:nvPr>
            <p:ph type="subTitle" idx="6"/>
          </p:nvPr>
        </p:nvSpPr>
        <p:spPr>
          <a:xfrm>
            <a:off x="6031075" y="2201276"/>
            <a:ext cx="2175300" cy="43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21" name="Google Shape;321;p18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p18"/>
          <p:cNvGrpSpPr/>
          <p:nvPr/>
        </p:nvGrpSpPr>
        <p:grpSpPr>
          <a:xfrm>
            <a:off x="0" y="-1992"/>
            <a:ext cx="9144000" cy="5145392"/>
            <a:chOff x="0" y="-1990"/>
            <a:chExt cx="9144000" cy="5140252"/>
          </a:xfrm>
        </p:grpSpPr>
        <p:cxnSp>
          <p:nvCxnSpPr>
            <p:cNvPr id="323" name="Google Shape;323;p18"/>
            <p:cNvCxnSpPr/>
            <p:nvPr/>
          </p:nvCxnSpPr>
          <p:spPr>
            <a:xfrm>
              <a:off x="0" y="1905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18"/>
            <p:cNvCxnSpPr/>
            <p:nvPr/>
          </p:nvCxnSpPr>
          <p:spPr>
            <a:xfrm>
              <a:off x="0" y="49530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18"/>
            <p:cNvCxnSpPr/>
            <p:nvPr/>
          </p:nvCxnSpPr>
          <p:spPr>
            <a:xfrm rot="10800000">
              <a:off x="628650" y="-1990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18"/>
            <p:cNvCxnSpPr/>
            <p:nvPr/>
          </p:nvCxnSpPr>
          <p:spPr>
            <a:xfrm rot="10800000">
              <a:off x="8515350" y="3162"/>
              <a:ext cx="0" cy="5135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18"/>
            <p:cNvCxnSpPr/>
            <p:nvPr/>
          </p:nvCxnSpPr>
          <p:spPr>
            <a:xfrm rot="10800000">
              <a:off x="457200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18"/>
            <p:cNvCxnSpPr/>
            <p:nvPr/>
          </p:nvCxnSpPr>
          <p:spPr>
            <a:xfrm rot="10800000">
              <a:off x="457200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9" name="Google Shape;329;p18"/>
          <p:cNvGrpSpPr/>
          <p:nvPr/>
        </p:nvGrpSpPr>
        <p:grpSpPr>
          <a:xfrm rot="1315513" flipH="1">
            <a:off x="-407236" y="1371248"/>
            <a:ext cx="846023" cy="846294"/>
            <a:chOff x="2808525" y="2242475"/>
            <a:chExt cx="1215475" cy="1215475"/>
          </a:xfrm>
        </p:grpSpPr>
        <p:sp>
          <p:nvSpPr>
            <p:cNvPr id="330" name="Google Shape;330;p1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18"/>
          <p:cNvGrpSpPr/>
          <p:nvPr/>
        </p:nvGrpSpPr>
        <p:grpSpPr>
          <a:xfrm rot="-1190758" flipH="1">
            <a:off x="8324915" y="116356"/>
            <a:ext cx="846018" cy="846287"/>
            <a:chOff x="2808525" y="2242475"/>
            <a:chExt cx="1215475" cy="1215475"/>
          </a:xfrm>
        </p:grpSpPr>
        <p:sp>
          <p:nvSpPr>
            <p:cNvPr id="334" name="Google Shape;334;p1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18"/>
          <p:cNvGrpSpPr/>
          <p:nvPr/>
        </p:nvGrpSpPr>
        <p:grpSpPr>
          <a:xfrm rot="-1190758" flipH="1">
            <a:off x="2093065" y="4722481"/>
            <a:ext cx="846018" cy="846287"/>
            <a:chOff x="2808525" y="2242475"/>
            <a:chExt cx="1215475" cy="1215475"/>
          </a:xfrm>
        </p:grpSpPr>
        <p:sp>
          <p:nvSpPr>
            <p:cNvPr id="338" name="Google Shape;338;p18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8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8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3"/>
          <p:cNvGrpSpPr/>
          <p:nvPr/>
        </p:nvGrpSpPr>
        <p:grpSpPr>
          <a:xfrm>
            <a:off x="0" y="-4225"/>
            <a:ext cx="9144000" cy="5150725"/>
            <a:chOff x="0" y="-4225"/>
            <a:chExt cx="9144000" cy="5150725"/>
          </a:xfrm>
        </p:grpSpPr>
        <p:cxnSp>
          <p:nvCxnSpPr>
            <p:cNvPr id="451" name="Google Shape;451;p23"/>
            <p:cNvCxnSpPr/>
            <p:nvPr/>
          </p:nvCxnSpPr>
          <p:spPr>
            <a:xfrm>
              <a:off x="0" y="2286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2" name="Google Shape;452;p23"/>
            <p:cNvCxnSpPr/>
            <p:nvPr/>
          </p:nvCxnSpPr>
          <p:spPr>
            <a:xfrm>
              <a:off x="0" y="49149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3" name="Google Shape;453;p23"/>
            <p:cNvCxnSpPr/>
            <p:nvPr/>
          </p:nvCxnSpPr>
          <p:spPr>
            <a:xfrm rot="10800000">
              <a:off x="171450" y="0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4" name="Google Shape;454;p23"/>
            <p:cNvCxnSpPr/>
            <p:nvPr/>
          </p:nvCxnSpPr>
          <p:spPr>
            <a:xfrm rot="10800000">
              <a:off x="8972550" y="-4225"/>
              <a:ext cx="0" cy="51465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5" name="Google Shape;455;p23"/>
            <p:cNvCxnSpPr/>
            <p:nvPr/>
          </p:nvCxnSpPr>
          <p:spPr>
            <a:xfrm>
              <a:off x="171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6" name="Google Shape;456;p23"/>
            <p:cNvCxnSpPr/>
            <p:nvPr/>
          </p:nvCxnSpPr>
          <p:spPr>
            <a:xfrm>
              <a:off x="8715450" y="2571750"/>
              <a:ext cx="2571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7" name="Google Shape;457;p23"/>
          <p:cNvGrpSpPr/>
          <p:nvPr/>
        </p:nvGrpSpPr>
        <p:grpSpPr>
          <a:xfrm rot="-1315513">
            <a:off x="5387877" y="-324815"/>
            <a:ext cx="846023" cy="846294"/>
            <a:chOff x="2808525" y="2242475"/>
            <a:chExt cx="1215475" cy="1215475"/>
          </a:xfrm>
        </p:grpSpPr>
        <p:sp>
          <p:nvSpPr>
            <p:cNvPr id="458" name="Google Shape;458;p23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" name="Google Shape;461;p23"/>
          <p:cNvGrpSpPr/>
          <p:nvPr/>
        </p:nvGrpSpPr>
        <p:grpSpPr>
          <a:xfrm rot="1190758">
            <a:off x="-196481" y="3564331"/>
            <a:ext cx="846018" cy="846287"/>
            <a:chOff x="2808525" y="2242475"/>
            <a:chExt cx="1215475" cy="1215475"/>
          </a:xfrm>
        </p:grpSpPr>
        <p:sp>
          <p:nvSpPr>
            <p:cNvPr id="462" name="Google Shape;462;p23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23"/>
          <p:cNvGrpSpPr/>
          <p:nvPr/>
        </p:nvGrpSpPr>
        <p:grpSpPr>
          <a:xfrm rot="1190758">
            <a:off x="7466219" y="4539281"/>
            <a:ext cx="846018" cy="846287"/>
            <a:chOff x="2808525" y="2242475"/>
            <a:chExt cx="1215475" cy="1215475"/>
          </a:xfrm>
        </p:grpSpPr>
        <p:sp>
          <p:nvSpPr>
            <p:cNvPr id="466" name="Google Shape;466;p23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4"/>
          <p:cNvGrpSpPr/>
          <p:nvPr/>
        </p:nvGrpSpPr>
        <p:grpSpPr>
          <a:xfrm>
            <a:off x="0" y="-6175"/>
            <a:ext cx="9144000" cy="5148000"/>
            <a:chOff x="0" y="-6175"/>
            <a:chExt cx="9144000" cy="5148000"/>
          </a:xfrm>
        </p:grpSpPr>
        <p:cxnSp>
          <p:nvCxnSpPr>
            <p:cNvPr id="471" name="Google Shape;471;p24"/>
            <p:cNvCxnSpPr/>
            <p:nvPr/>
          </p:nvCxnSpPr>
          <p:spPr>
            <a:xfrm>
              <a:off x="0" y="4572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2" name="Google Shape;472;p24"/>
            <p:cNvCxnSpPr/>
            <p:nvPr/>
          </p:nvCxnSpPr>
          <p:spPr>
            <a:xfrm>
              <a:off x="0" y="4686300"/>
              <a:ext cx="914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Google Shape;473;p24"/>
            <p:cNvCxnSpPr/>
            <p:nvPr/>
          </p:nvCxnSpPr>
          <p:spPr>
            <a:xfrm rot="10800000">
              <a:off x="171450" y="-3675"/>
              <a:ext cx="0" cy="51441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Google Shape;474;p24"/>
            <p:cNvCxnSpPr/>
            <p:nvPr/>
          </p:nvCxnSpPr>
          <p:spPr>
            <a:xfrm rot="10800000">
              <a:off x="8972550" y="-6175"/>
              <a:ext cx="0" cy="5148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5" name="Google Shape;475;p24"/>
          <p:cNvGrpSpPr/>
          <p:nvPr/>
        </p:nvGrpSpPr>
        <p:grpSpPr>
          <a:xfrm>
            <a:off x="4572000" y="190500"/>
            <a:ext cx="0" cy="4762500"/>
            <a:chOff x="4465350" y="190500"/>
            <a:chExt cx="0" cy="4762500"/>
          </a:xfrm>
        </p:grpSpPr>
        <p:cxnSp>
          <p:nvCxnSpPr>
            <p:cNvPr id="476" name="Google Shape;476;p24"/>
            <p:cNvCxnSpPr/>
            <p:nvPr/>
          </p:nvCxnSpPr>
          <p:spPr>
            <a:xfrm rot="10800000">
              <a:off x="4465350" y="46977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" name="Google Shape;477;p24"/>
            <p:cNvCxnSpPr/>
            <p:nvPr/>
          </p:nvCxnSpPr>
          <p:spPr>
            <a:xfrm rot="10800000">
              <a:off x="4465350" y="190500"/>
              <a:ext cx="0" cy="25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78" name="Google Shape;478;p24"/>
          <p:cNvGrpSpPr/>
          <p:nvPr/>
        </p:nvGrpSpPr>
        <p:grpSpPr>
          <a:xfrm rot="1190758">
            <a:off x="-251331" y="999081"/>
            <a:ext cx="846018" cy="846287"/>
            <a:chOff x="2808525" y="2242475"/>
            <a:chExt cx="1215475" cy="1215475"/>
          </a:xfrm>
        </p:grpSpPr>
        <p:sp>
          <p:nvSpPr>
            <p:cNvPr id="479" name="Google Shape;479;p24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4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4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24"/>
          <p:cNvGrpSpPr/>
          <p:nvPr/>
        </p:nvGrpSpPr>
        <p:grpSpPr>
          <a:xfrm rot="-1315513">
            <a:off x="7803677" y="-555815"/>
            <a:ext cx="846023" cy="846294"/>
            <a:chOff x="2808525" y="2242475"/>
            <a:chExt cx="1215475" cy="1215475"/>
          </a:xfrm>
        </p:grpSpPr>
        <p:sp>
          <p:nvSpPr>
            <p:cNvPr id="483" name="Google Shape;483;p24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810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4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4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24"/>
          <p:cNvGrpSpPr/>
          <p:nvPr/>
        </p:nvGrpSpPr>
        <p:grpSpPr>
          <a:xfrm rot="1190758">
            <a:off x="2687819" y="4643356"/>
            <a:ext cx="846018" cy="846287"/>
            <a:chOff x="2808525" y="2242475"/>
            <a:chExt cx="1215475" cy="1215475"/>
          </a:xfrm>
        </p:grpSpPr>
        <p:sp>
          <p:nvSpPr>
            <p:cNvPr id="487" name="Google Shape;487;p24"/>
            <p:cNvSpPr/>
            <p:nvPr/>
          </p:nvSpPr>
          <p:spPr>
            <a:xfrm>
              <a:off x="2808525" y="2242475"/>
              <a:ext cx="1215475" cy="1215475"/>
            </a:xfrm>
            <a:custGeom>
              <a:avLst/>
              <a:gdLst/>
              <a:ahLst/>
              <a:cxnLst/>
              <a:rect l="l" t="t" r="r" b="b"/>
              <a:pathLst>
                <a:path w="48619" h="48619" extrusionOk="0">
                  <a:moveTo>
                    <a:pt x="24319" y="0"/>
                  </a:moveTo>
                  <a:cubicBezTo>
                    <a:pt x="10896" y="0"/>
                    <a:pt x="1" y="10875"/>
                    <a:pt x="1" y="24299"/>
                  </a:cubicBezTo>
                  <a:cubicBezTo>
                    <a:pt x="1" y="37723"/>
                    <a:pt x="10896" y="48618"/>
                    <a:pt x="24319" y="48618"/>
                  </a:cubicBezTo>
                  <a:cubicBezTo>
                    <a:pt x="37743" y="48618"/>
                    <a:pt x="48619" y="37723"/>
                    <a:pt x="48619" y="24299"/>
                  </a:cubicBezTo>
                  <a:cubicBezTo>
                    <a:pt x="48619" y="10875"/>
                    <a:pt x="37743" y="0"/>
                    <a:pt x="24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42863" dist="104775" dir="19920000" algn="bl" rotWithShape="0">
                <a:srgbClr val="000000">
                  <a:alpha val="8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4"/>
            <p:cNvSpPr/>
            <p:nvPr/>
          </p:nvSpPr>
          <p:spPr>
            <a:xfrm>
              <a:off x="3553175" y="2398100"/>
              <a:ext cx="326875" cy="904200"/>
            </a:xfrm>
            <a:custGeom>
              <a:avLst/>
              <a:gdLst/>
              <a:ahLst/>
              <a:cxnLst/>
              <a:rect l="l" t="t" r="r" b="b"/>
              <a:pathLst>
                <a:path w="13075" h="36168" extrusionOk="0">
                  <a:moveTo>
                    <a:pt x="10778" y="1"/>
                  </a:moveTo>
                  <a:cubicBezTo>
                    <a:pt x="20" y="9650"/>
                    <a:pt x="0" y="26498"/>
                    <a:pt x="10759" y="36168"/>
                  </a:cubicBezTo>
                  <a:cubicBezTo>
                    <a:pt x="11576" y="35428"/>
                    <a:pt x="12354" y="34631"/>
                    <a:pt x="13074" y="33794"/>
                  </a:cubicBezTo>
                  <a:cubicBezTo>
                    <a:pt x="3463" y="25506"/>
                    <a:pt x="3463" y="10643"/>
                    <a:pt x="13074" y="2355"/>
                  </a:cubicBezTo>
                  <a:cubicBezTo>
                    <a:pt x="12354" y="1518"/>
                    <a:pt x="11595" y="721"/>
                    <a:pt x="107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4"/>
            <p:cNvSpPr/>
            <p:nvPr/>
          </p:nvSpPr>
          <p:spPr>
            <a:xfrm>
              <a:off x="2951050" y="2400050"/>
              <a:ext cx="256825" cy="900300"/>
            </a:xfrm>
            <a:custGeom>
              <a:avLst/>
              <a:gdLst/>
              <a:ahLst/>
              <a:cxnLst/>
              <a:rect l="l" t="t" r="r" b="b"/>
              <a:pathLst>
                <a:path w="10273" h="36012" extrusionOk="0">
                  <a:moveTo>
                    <a:pt x="2276" y="1"/>
                  </a:moveTo>
                  <a:cubicBezTo>
                    <a:pt x="1459" y="740"/>
                    <a:pt x="700" y="1538"/>
                    <a:pt x="0" y="2374"/>
                  </a:cubicBezTo>
                  <a:cubicBezTo>
                    <a:pt x="9455" y="10642"/>
                    <a:pt x="9455" y="25350"/>
                    <a:pt x="0" y="33638"/>
                  </a:cubicBezTo>
                  <a:cubicBezTo>
                    <a:pt x="700" y="34475"/>
                    <a:pt x="1459" y="35273"/>
                    <a:pt x="2276" y="36012"/>
                  </a:cubicBezTo>
                  <a:cubicBezTo>
                    <a:pt x="7374" y="31401"/>
                    <a:pt x="10272" y="24864"/>
                    <a:pt x="10253" y="17996"/>
                  </a:cubicBezTo>
                  <a:cubicBezTo>
                    <a:pt x="10253" y="11148"/>
                    <a:pt x="7354" y="4611"/>
                    <a:pt x="227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Deca"/>
              <a:buNone/>
              <a:defRPr sz="3000" b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●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○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■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●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○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■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●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○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 Deca"/>
              <a:buChar char="■"/>
              <a:defRPr sz="1200">
                <a:solidFill>
                  <a:schemeClr val="lt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4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"/>
          <p:cNvSpPr txBox="1">
            <a:spLocks noGrp="1"/>
          </p:cNvSpPr>
          <p:nvPr>
            <p:ph type="ctrTitle"/>
          </p:nvPr>
        </p:nvSpPr>
        <p:spPr>
          <a:xfrm>
            <a:off x="3854400" y="205645"/>
            <a:ext cx="4518900" cy="222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Rollins Tennis Archive</a:t>
            </a:r>
            <a:endParaRPr dirty="0"/>
          </a:p>
        </p:txBody>
      </p:sp>
      <p:sp>
        <p:nvSpPr>
          <p:cNvPr id="501" name="Google Shape;501;p28"/>
          <p:cNvSpPr txBox="1">
            <a:spLocks noGrp="1"/>
          </p:cNvSpPr>
          <p:nvPr>
            <p:ph type="subTitle" idx="1"/>
          </p:nvPr>
        </p:nvSpPr>
        <p:spPr>
          <a:xfrm>
            <a:off x="3854399" y="2831663"/>
            <a:ext cx="4796113" cy="8622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Madhav Khanal: Lead Programmer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Richard </a:t>
            </a:r>
            <a:r>
              <a:rPr lang="en" dirty="0" err="1"/>
              <a:t>Stoiberer</a:t>
            </a:r>
            <a:r>
              <a:rPr lang="en" dirty="0"/>
              <a:t>: Project Manager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Stella Fruijtier: Data Scientist/Data Visualization</a:t>
            </a:r>
            <a:endParaRPr dirty="0"/>
          </a:p>
        </p:txBody>
      </p:sp>
      <p:cxnSp>
        <p:nvCxnSpPr>
          <p:cNvPr id="503" name="Google Shape;503;p28"/>
          <p:cNvCxnSpPr/>
          <p:nvPr/>
        </p:nvCxnSpPr>
        <p:spPr>
          <a:xfrm rot="10800000">
            <a:off x="3444325" y="5250"/>
            <a:ext cx="0" cy="513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Placeholder 4" descr="A blue and yellow logo&#10;&#10;AI-generated content may be incorrect.">
            <a:extLst>
              <a:ext uri="{FF2B5EF4-FFF2-40B4-BE49-F238E27FC236}">
                <a16:creationId xmlns:a16="http://schemas.microsoft.com/office/drawing/2014/main" id="{DA2BC19C-0922-8484-343D-4DE7786AF90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5273" t="785" r="16441" b="1879"/>
          <a:stretch>
            <a:fillRect/>
          </a:stretch>
        </p:blipFill>
        <p:spPr>
          <a:xfrm>
            <a:off x="598254" y="1320445"/>
            <a:ext cx="2727869" cy="2582105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1"/>
          <p:cNvSpPr txBox="1">
            <a:spLocks noGrp="1"/>
          </p:cNvSpPr>
          <p:nvPr>
            <p:ph type="title"/>
          </p:nvPr>
        </p:nvSpPr>
        <p:spPr>
          <a:xfrm>
            <a:off x="964375" y="286809"/>
            <a:ext cx="35154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Recap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535" name="Google Shape;535;p31"/>
          <p:cNvSpPr txBox="1">
            <a:spLocks noGrp="1"/>
          </p:cNvSpPr>
          <p:nvPr>
            <p:ph type="subTitle" idx="1"/>
          </p:nvPr>
        </p:nvSpPr>
        <p:spPr>
          <a:xfrm>
            <a:off x="964375" y="1443403"/>
            <a:ext cx="3515400" cy="2890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a simple full-stack application that organizes Rollins Tennis player bios, match results, and statistics.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/>
              <a:t>Store players, matches, and seasons using OOP structure</a:t>
            </a:r>
            <a:endParaRPr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/>
              <a:t>Allow filtering/searching of players and matches 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dirty="0"/>
              <a:t>Show useful team and individual statistics</a:t>
            </a:r>
            <a:endParaRPr dirty="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goal is to </a:t>
            </a:r>
            <a:r>
              <a:rPr lang="en-US" dirty="0"/>
              <a:t>improve the existing Rollins Tennis statistics page by creating a cleaner, more organized system where all player information is easy to find in one place.</a:t>
            </a:r>
            <a:endParaRPr dirty="0"/>
          </a:p>
        </p:txBody>
      </p:sp>
      <p:cxnSp>
        <p:nvCxnSpPr>
          <p:cNvPr id="537" name="Google Shape;537;p31"/>
          <p:cNvCxnSpPr/>
          <p:nvPr/>
        </p:nvCxnSpPr>
        <p:spPr>
          <a:xfrm rot="10800000">
            <a:off x="5221500" y="5250"/>
            <a:ext cx="0" cy="513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Placeholder 4" descr="A screenshot of a tennis match&#10;&#10;AI-generated content may be incorrect.">
            <a:extLst>
              <a:ext uri="{FF2B5EF4-FFF2-40B4-BE49-F238E27FC236}">
                <a16:creationId xmlns:a16="http://schemas.microsoft.com/office/drawing/2014/main" id="{B6779C59-D90A-4DFF-875E-ED95F457199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2356" b="2356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"/>
          <p:cNvSpPr txBox="1">
            <a:spLocks noGrp="1"/>
          </p:cNvSpPr>
          <p:nvPr>
            <p:ph type="title"/>
          </p:nvPr>
        </p:nvSpPr>
        <p:spPr>
          <a:xfrm>
            <a:off x="1284000" y="1679513"/>
            <a:ext cx="65760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OOP Principles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132423-2059-69C9-3388-E4D1ACA24945}"/>
              </a:ext>
            </a:extLst>
          </p:cNvPr>
          <p:cNvSpPr txBox="1"/>
          <p:nvPr/>
        </p:nvSpPr>
        <p:spPr>
          <a:xfrm>
            <a:off x="1095133" y="1237672"/>
            <a:ext cx="7115417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dirty="0">
                <a:solidFill>
                  <a:schemeClr val="tx1"/>
                </a:solidFill>
              </a:rPr>
              <a:t>Classes and Objects: </a:t>
            </a:r>
            <a:r>
              <a:rPr lang="en-CH" i="1" dirty="0">
                <a:solidFill>
                  <a:schemeClr val="tx1"/>
                </a:solidFill>
              </a:rPr>
              <a:t>Player, Match, SinglesMatch, DoublesMatch, R</a:t>
            </a:r>
            <a:r>
              <a:rPr lang="en-GB" i="1" dirty="0">
                <a:solidFill>
                  <a:schemeClr val="tx1"/>
                </a:solidFill>
              </a:rPr>
              <a:t>e</a:t>
            </a:r>
            <a:r>
              <a:rPr lang="en-CH" i="1" dirty="0">
                <a:solidFill>
                  <a:schemeClr val="tx1"/>
                </a:solidFill>
              </a:rPr>
              <a:t>sult, Season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dirty="0">
                <a:solidFill>
                  <a:schemeClr val="tx1"/>
                </a:solidFill>
              </a:rPr>
              <a:t>Encapsulation: all fields declared priveate, using getter and setter methods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dirty="0">
                <a:solidFill>
                  <a:schemeClr val="tx1"/>
                </a:solidFill>
              </a:rPr>
              <a:t>Inheritance: through </a:t>
            </a:r>
            <a:r>
              <a:rPr lang="en-CH" i="1" dirty="0">
                <a:solidFill>
                  <a:schemeClr val="tx1"/>
                </a:solidFill>
              </a:rPr>
              <a:t>Match</a:t>
            </a:r>
            <a:r>
              <a:rPr lang="en-CH" dirty="0">
                <a:solidFill>
                  <a:schemeClr val="tx1"/>
                </a:solidFill>
              </a:rPr>
              <a:t> class hierachy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dirty="0">
                <a:solidFill>
                  <a:schemeClr val="tx1"/>
                </a:solidFill>
              </a:rPr>
              <a:t>Abstraction</a:t>
            </a:r>
            <a:r>
              <a:rPr lang="en-CH" i="1" dirty="0">
                <a:solidFill>
                  <a:schemeClr val="tx1"/>
                </a:solidFill>
              </a:rPr>
              <a:t>: Match </a:t>
            </a:r>
            <a:r>
              <a:rPr lang="en-CH" dirty="0">
                <a:solidFill>
                  <a:schemeClr val="tx1"/>
                </a:solidFill>
              </a:rPr>
              <a:t>class is abstract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H" dirty="0">
                <a:solidFill>
                  <a:schemeClr val="tx1"/>
                </a:solidFill>
              </a:rPr>
              <a:t>Polymorphism: both </a:t>
            </a:r>
            <a:r>
              <a:rPr lang="en-CH" i="1" dirty="0">
                <a:solidFill>
                  <a:schemeClr val="tx1"/>
                </a:solidFill>
              </a:rPr>
              <a:t>SinglesMatch</a:t>
            </a:r>
            <a:r>
              <a:rPr lang="en-CH" dirty="0">
                <a:solidFill>
                  <a:schemeClr val="tx1"/>
                </a:solidFill>
              </a:rPr>
              <a:t> and</a:t>
            </a:r>
            <a:r>
              <a:rPr lang="en-CH" i="1" dirty="0">
                <a:solidFill>
                  <a:schemeClr val="tx1"/>
                </a:solidFill>
              </a:rPr>
              <a:t> DoublesMatch </a:t>
            </a:r>
            <a:r>
              <a:rPr lang="en-CH" dirty="0">
                <a:solidFill>
                  <a:schemeClr val="tx1"/>
                </a:solidFill>
              </a:rPr>
              <a:t>inherit from </a:t>
            </a:r>
            <a:r>
              <a:rPr lang="en-CH" i="1" dirty="0">
                <a:solidFill>
                  <a:schemeClr val="tx1"/>
                </a:solidFill>
              </a:rPr>
              <a:t>Match</a:t>
            </a:r>
            <a:r>
              <a:rPr lang="en-CH" dirty="0">
                <a:solidFill>
                  <a:schemeClr val="tx1"/>
                </a:solidFill>
              </a:rPr>
              <a:t>, so it can store them iin the same collections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>
          <a:extLst>
            <a:ext uri="{FF2B5EF4-FFF2-40B4-BE49-F238E27FC236}">
              <a16:creationId xmlns:a16="http://schemas.microsoft.com/office/drawing/2014/main" id="{36AC77F5-94AB-DEF2-57D4-8EE93328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>
            <a:extLst>
              <a:ext uri="{FF2B5EF4-FFF2-40B4-BE49-F238E27FC236}">
                <a16:creationId xmlns:a16="http://schemas.microsoft.com/office/drawing/2014/main" id="{9195B70A-AE8E-86AC-FEFA-D75EF027E9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Lessons &amp; Challenges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E0107B-2737-6F78-173F-23356781692E}"/>
              </a:ext>
            </a:extLst>
          </p:cNvPr>
          <p:cNvSpPr txBox="1"/>
          <p:nvPr/>
        </p:nvSpPr>
        <p:spPr>
          <a:xfrm>
            <a:off x="1264257" y="1289870"/>
            <a:ext cx="55440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Challenges:</a:t>
            </a:r>
          </a:p>
          <a:p>
            <a:endParaRPr lang="en-CH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Designing OOP structure working both for singles and doubles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Organizing match data for efficient filtering and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Ensuring consistent data transfer between backend and frontend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Creating meaningful statistics while keeping logic maintainable</a:t>
            </a:r>
            <a:endParaRPr lang="en-CH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71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>
          <a:extLst>
            <a:ext uri="{FF2B5EF4-FFF2-40B4-BE49-F238E27FC236}">
              <a16:creationId xmlns:a16="http://schemas.microsoft.com/office/drawing/2014/main" id="{E7BE7ACE-6D89-9357-914C-5F42FFAA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8">
            <a:extLst>
              <a:ext uri="{FF2B5EF4-FFF2-40B4-BE49-F238E27FC236}">
                <a16:creationId xmlns:a16="http://schemas.microsoft.com/office/drawing/2014/main" id="{38BFDCA5-F99E-E630-5CE9-FDB9C9717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00" y="1679513"/>
            <a:ext cx="65760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>
              <a:highlight>
                <a:schemeClr val="dk2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99571323"/>
      </p:ext>
    </p:extLst>
  </p:cSld>
  <p:clrMapOvr>
    <a:masterClrMapping/>
  </p:clrMapOvr>
</p:sld>
</file>

<file path=ppt/theme/theme1.xml><?xml version="1.0" encoding="utf-8"?>
<a:theme xmlns:a="http://schemas.openxmlformats.org/drawingml/2006/main" name="Tennis Championship Pitch Deck by Slidesgo ">
  <a:themeElements>
    <a:clrScheme name="Simple Light">
      <a:dk1>
        <a:srgbClr val="283FE2"/>
      </a:dk1>
      <a:lt1>
        <a:srgbClr val="F3F3F3"/>
      </a:lt1>
      <a:dk2>
        <a:srgbClr val="CDFF4E"/>
      </a:dk2>
      <a:lt2>
        <a:srgbClr val="3C3694"/>
      </a:lt2>
      <a:accent1>
        <a:srgbClr val="4657DB"/>
      </a:accent1>
      <a:accent2>
        <a:srgbClr val="808FFD"/>
      </a:accent2>
      <a:accent3>
        <a:srgbClr val="E87D3A"/>
      </a:accent3>
      <a:accent4>
        <a:srgbClr val="FF9652"/>
      </a:accent4>
      <a:accent5>
        <a:srgbClr val="FFFFFF"/>
      </a:accent5>
      <a:accent6>
        <a:srgbClr val="FFFFFF"/>
      </a:accent6>
      <a:hlink>
        <a:srgbClr val="3C369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2934</TotalTime>
  <Words>198</Words>
  <Application>Microsoft Macintosh PowerPoint</Application>
  <PresentationFormat>On-screen Show (16:9)</PresentationFormat>
  <Paragraphs>27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Lexend Deca</vt:lpstr>
      <vt:lpstr>Bebas Neue</vt:lpstr>
      <vt:lpstr>Nunito Light</vt:lpstr>
      <vt:lpstr>Tennis Championship Pitch Deck by Slidesgo </vt:lpstr>
      <vt:lpstr>Rollins Tennis Archive</vt:lpstr>
      <vt:lpstr>Project Recap</vt:lpstr>
      <vt:lpstr>Demo</vt:lpstr>
      <vt:lpstr>OOP Principles</vt:lpstr>
      <vt:lpstr>Lessons &amp; Challenges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Stella Fruijtier</cp:lastModifiedBy>
  <cp:revision>19</cp:revision>
  <dcterms:modified xsi:type="dcterms:W3CDTF">2025-12-01T14:28:24Z</dcterms:modified>
</cp:coreProperties>
</file>